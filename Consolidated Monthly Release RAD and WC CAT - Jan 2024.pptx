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4"/>
    <p:sldMasterId id="2147483677" r:id="rId5"/>
  </p:sldMasterIdLst>
  <p:notesMasterIdLst>
    <p:notesMasterId r:id="rId8"/>
  </p:notesMasterIdLst>
  <p:sldIdLst>
    <p:sldId id="256" r:id="rId6"/>
    <p:sldId id="2147375188" r:id="rId7"/>
  </p:sldIdLst>
  <p:sldSz cx="12192000" cy="6858000"/>
  <p:notesSz cx="6858000" cy="91440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Calibri Light" panose="020F0302020204030204" pitchFamily="34" charset="0"/>
      <p:regular r:id="rId13"/>
      <p:italic r:id="rId14"/>
    </p:embeddedFont>
    <p:embeddedFont>
      <p:font typeface="Zurich Sans" panose="020B0604020202020204" charset="0"/>
      <p:regular r:id="rId15"/>
      <p:bold r:id="rId16"/>
      <p:italic r:id="rId17"/>
      <p:boldItalic r:id="rId18"/>
    </p:embeddedFont>
    <p:embeddedFont>
      <p:font typeface="Zurich Sans Light" panose="020B0604020202020204" charset="0"/>
      <p:regular r:id="rId19"/>
      <p:italic r:id="rId20"/>
    </p:embeddedFont>
    <p:embeddedFont>
      <p:font typeface="Zurich Sans Medium" panose="020B0604020202020204" charset="0"/>
      <p:regular r:id="rId21"/>
      <p:bold r:id="rId22"/>
      <p:italic r:id="rId23"/>
      <p:boldItalic r:id="rId24"/>
    </p:embeddedFont>
  </p:embeddedFontLst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E9AB"/>
    <a:srgbClr val="2167AE"/>
    <a:srgbClr val="D3E5F4"/>
    <a:srgbClr val="FC92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F9EB3B-55DD-4066-9C93-AF7DD8E0CAFE}" v="3" dt="2024-01-11T15:11:18.6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02" autoAdjust="0"/>
    <p:restoredTop sz="92362" autoAdjust="0"/>
  </p:normalViewPr>
  <p:slideViewPr>
    <p:cSldViewPr snapToGrid="0">
      <p:cViewPr varScale="1">
        <p:scale>
          <a:sx n="61" d="100"/>
          <a:sy n="61" d="100"/>
        </p:scale>
        <p:origin x="1056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font" Target="fonts/font13.fntdata"/><Relationship Id="rId7" Type="http://schemas.openxmlformats.org/officeDocument/2006/relationships/slide" Target="slides/slide2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font" Target="fonts/font3.fntdata"/><Relationship Id="rId24" Type="http://schemas.openxmlformats.org/officeDocument/2006/relationships/font" Target="fonts/font16.fntdata"/><Relationship Id="rId5" Type="http://schemas.openxmlformats.org/officeDocument/2006/relationships/slideMaster" Target="slideMasters/slideMaster2.xml"/><Relationship Id="rId15" Type="http://schemas.openxmlformats.org/officeDocument/2006/relationships/font" Target="fonts/font7.fntdata"/><Relationship Id="rId23" Type="http://schemas.openxmlformats.org/officeDocument/2006/relationships/font" Target="fonts/font15.fntdata"/><Relationship Id="rId28" Type="http://schemas.openxmlformats.org/officeDocument/2006/relationships/tableStyles" Target="tableStyle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vya Parameswaran" userId="7385b7da-885b-456a-8ff5-b9387dc0ee16" providerId="ADAL" clId="{F0F9EB3B-55DD-4066-9C93-AF7DD8E0CAFE}"/>
    <pc:docChg chg="undo custSel modSld">
      <pc:chgData name="Divya Parameswaran" userId="7385b7da-885b-456a-8ff5-b9387dc0ee16" providerId="ADAL" clId="{F0F9EB3B-55DD-4066-9C93-AF7DD8E0CAFE}" dt="2024-01-11T15:15:13.327" v="54" actId="27918"/>
      <pc:docMkLst>
        <pc:docMk/>
      </pc:docMkLst>
      <pc:sldChg chg="addSp delSp modSp mod">
        <pc:chgData name="Divya Parameswaran" userId="7385b7da-885b-456a-8ff5-b9387dc0ee16" providerId="ADAL" clId="{F0F9EB3B-55DD-4066-9C93-AF7DD8E0CAFE}" dt="2024-01-11T15:15:13.327" v="54" actId="27918"/>
        <pc:sldMkLst>
          <pc:docMk/>
          <pc:sldMk cId="2294799635" sldId="2147375187"/>
        </pc:sldMkLst>
        <pc:graphicFrameChg chg="mod">
          <ac:chgData name="Divya Parameswaran" userId="7385b7da-885b-456a-8ff5-b9387dc0ee16" providerId="ADAL" clId="{F0F9EB3B-55DD-4066-9C93-AF7DD8E0CAFE}" dt="2024-01-11T15:06:41.526" v="5" actId="14100"/>
          <ac:graphicFrameMkLst>
            <pc:docMk/>
            <pc:sldMk cId="2294799635" sldId="2147375187"/>
            <ac:graphicFrameMk id="3" creationId="{8A6E4164-6B3D-4FB5-914C-8CDDF4DBE2EA}"/>
          </ac:graphicFrameMkLst>
        </pc:graphicFrameChg>
        <pc:graphicFrameChg chg="del">
          <ac:chgData name="Divya Parameswaran" userId="7385b7da-885b-456a-8ff5-b9387dc0ee16" providerId="ADAL" clId="{F0F9EB3B-55DD-4066-9C93-AF7DD8E0CAFE}" dt="2024-01-11T15:06:34.232" v="3" actId="478"/>
          <ac:graphicFrameMkLst>
            <pc:docMk/>
            <pc:sldMk cId="2294799635" sldId="2147375187"/>
            <ac:graphicFrameMk id="8" creationId="{B616CE5F-273B-9735-4938-35A9E1FC5FFB}"/>
          </ac:graphicFrameMkLst>
        </pc:graphicFrameChg>
        <pc:graphicFrameChg chg="del">
          <ac:chgData name="Divya Parameswaran" userId="7385b7da-885b-456a-8ff5-b9387dc0ee16" providerId="ADAL" clId="{F0F9EB3B-55DD-4066-9C93-AF7DD8E0CAFE}" dt="2024-01-11T15:06:21.167" v="1" actId="478"/>
          <ac:graphicFrameMkLst>
            <pc:docMk/>
            <pc:sldMk cId="2294799635" sldId="2147375187"/>
            <ac:graphicFrameMk id="12" creationId="{7791E5C7-BDDB-3980-F48B-8C857559C1FF}"/>
          </ac:graphicFrameMkLst>
        </pc:graphicFrameChg>
        <pc:graphicFrameChg chg="add del mod modGraphic">
          <ac:chgData name="Divya Parameswaran" userId="7385b7da-885b-456a-8ff5-b9387dc0ee16" providerId="ADAL" clId="{F0F9EB3B-55DD-4066-9C93-AF7DD8E0CAFE}" dt="2024-01-11T15:15:06.377" v="53" actId="122"/>
          <ac:graphicFrameMkLst>
            <pc:docMk/>
            <pc:sldMk cId="2294799635" sldId="2147375187"/>
            <ac:graphicFrameMk id="13" creationId="{B86C42B1-C5BA-1BC7-0040-8DE67E158790}"/>
          </ac:graphicFrameMkLst>
        </pc:graphicFrameChg>
        <pc:graphicFrameChg chg="mod modGraphic">
          <ac:chgData name="Divya Parameswaran" userId="7385b7da-885b-456a-8ff5-b9387dc0ee16" providerId="ADAL" clId="{F0F9EB3B-55DD-4066-9C93-AF7DD8E0CAFE}" dt="2024-01-11T15:14:59.686" v="52" actId="122"/>
          <ac:graphicFrameMkLst>
            <pc:docMk/>
            <pc:sldMk cId="2294799635" sldId="2147375187"/>
            <ac:graphicFrameMk id="14" creationId="{9B944495-4EAC-A413-5886-A4F1E84C79A0}"/>
          </ac:graphicFrameMkLst>
        </pc:graphicFrameChg>
      </pc:sldChg>
    </pc:docChg>
  </pc:docChgLst>
  <pc:docChgLst>
    <pc:chgData name="Sudheer Karuna Srikar" userId="e78ef4b9-d95b-460a-b218-0118aefdd87d" providerId="ADAL" clId="{00A4722D-AA27-4E5E-808F-C697EA9366FD}"/>
    <pc:docChg chg="modSld">
      <pc:chgData name="Sudheer Karuna Srikar" userId="e78ef4b9-d95b-460a-b218-0118aefdd87d" providerId="ADAL" clId="{00A4722D-AA27-4E5E-808F-C697EA9366FD}" dt="2024-01-11T15:32:13.962" v="17" actId="20577"/>
      <pc:docMkLst>
        <pc:docMk/>
      </pc:docMkLst>
      <pc:sldChg chg="modSp mod">
        <pc:chgData name="Sudheer Karuna Srikar" userId="e78ef4b9-d95b-460a-b218-0118aefdd87d" providerId="ADAL" clId="{00A4722D-AA27-4E5E-808F-C697EA9366FD}" dt="2024-01-11T15:32:13.962" v="17" actId="20577"/>
        <pc:sldMkLst>
          <pc:docMk/>
          <pc:sldMk cId="2294799635" sldId="2147375187"/>
        </pc:sldMkLst>
        <pc:graphicFrameChg chg="modGraphic">
          <ac:chgData name="Sudheer Karuna Srikar" userId="e78ef4b9-d95b-460a-b218-0118aefdd87d" providerId="ADAL" clId="{00A4722D-AA27-4E5E-808F-C697EA9366FD}" dt="2024-01-11T15:28:00.593" v="13" actId="6549"/>
          <ac:graphicFrameMkLst>
            <pc:docMk/>
            <pc:sldMk cId="2294799635" sldId="2147375187"/>
            <ac:graphicFrameMk id="13" creationId="{B86C42B1-C5BA-1BC7-0040-8DE67E158790}"/>
          </ac:graphicFrameMkLst>
        </pc:graphicFrameChg>
        <pc:graphicFrameChg chg="modGraphic">
          <ac:chgData name="Sudheer Karuna Srikar" userId="e78ef4b9-d95b-460a-b218-0118aefdd87d" providerId="ADAL" clId="{00A4722D-AA27-4E5E-808F-C697EA9366FD}" dt="2024-01-11T15:32:13.962" v="17" actId="20577"/>
          <ac:graphicFrameMkLst>
            <pc:docMk/>
            <pc:sldMk cId="2294799635" sldId="2147375187"/>
            <ac:graphicFrameMk id="14" creationId="{9B944495-4EAC-A413-5886-A4F1E84C79A0}"/>
          </ac:graphicFrameMkLst>
        </pc:graphicFrameChg>
      </pc:sldChg>
    </pc:docChg>
  </pc:docChgLst>
  <pc:docChgLst>
    <pc:chgData name="Murthy r, Sriramachandra" userId="5504f781-3712-4dd9-a6af-45f896b46054" providerId="ADAL" clId="{9E8EC64C-01CB-44A7-AADA-91C59623B2B8}"/>
    <pc:docChg chg="undo custSel modSld">
      <pc:chgData name="Murthy r, Sriramachandra" userId="5504f781-3712-4dd9-a6af-45f896b46054" providerId="ADAL" clId="{9E8EC64C-01CB-44A7-AADA-91C59623B2B8}" dt="2024-01-11T16:13:13.532" v="459" actId="6549"/>
      <pc:docMkLst>
        <pc:docMk/>
      </pc:docMkLst>
      <pc:sldChg chg="modSp mod">
        <pc:chgData name="Murthy r, Sriramachandra" userId="5504f781-3712-4dd9-a6af-45f896b46054" providerId="ADAL" clId="{9E8EC64C-01CB-44A7-AADA-91C59623B2B8}" dt="2024-01-11T16:13:13.532" v="459" actId="6549"/>
        <pc:sldMkLst>
          <pc:docMk/>
          <pc:sldMk cId="2294799635" sldId="2147375187"/>
        </pc:sldMkLst>
        <pc:graphicFrameChg chg="mod modGraphic">
          <ac:chgData name="Murthy r, Sriramachandra" userId="5504f781-3712-4dd9-a6af-45f896b46054" providerId="ADAL" clId="{9E8EC64C-01CB-44A7-AADA-91C59623B2B8}" dt="2024-01-11T16:11:27.751" v="368" actId="14100"/>
          <ac:graphicFrameMkLst>
            <pc:docMk/>
            <pc:sldMk cId="2294799635" sldId="2147375187"/>
            <ac:graphicFrameMk id="13" creationId="{B86C42B1-C5BA-1BC7-0040-8DE67E158790}"/>
          </ac:graphicFrameMkLst>
        </pc:graphicFrameChg>
        <pc:graphicFrameChg chg="mod modGraphic">
          <ac:chgData name="Murthy r, Sriramachandra" userId="5504f781-3712-4dd9-a6af-45f896b46054" providerId="ADAL" clId="{9E8EC64C-01CB-44A7-AADA-91C59623B2B8}" dt="2024-01-11T16:13:13.532" v="459" actId="6549"/>
          <ac:graphicFrameMkLst>
            <pc:docMk/>
            <pc:sldMk cId="2294799635" sldId="2147375187"/>
            <ac:graphicFrameMk id="14" creationId="{9B944495-4EAC-A413-5886-A4F1E84C79A0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Projects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1"/>
                <c:pt idx="0">
                  <c:v>RAD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89-4D15-BD70-3E1D79B21A9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Enhancements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1"/>
                <c:pt idx="0">
                  <c:v>RAD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189-4D15-BD70-3E1D79B21A9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Prod Incidents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1"/>
                <c:pt idx="0">
                  <c:v>RAD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189-4D15-BD70-3E1D79B21A9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0"/>
        <c:overlap val="100"/>
        <c:axId val="1711157136"/>
        <c:axId val="2061816256"/>
      </c:barChart>
      <c:catAx>
        <c:axId val="17111571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61816256"/>
        <c:crosses val="autoZero"/>
        <c:auto val="1"/>
        <c:lblAlgn val="ctr"/>
        <c:lblOffset val="100"/>
        <c:noMultiLvlLbl val="0"/>
      </c:catAx>
      <c:valAx>
        <c:axId val="206181625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11571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65BEB8-91CC-477F-81CD-BDE1761E9B64}" type="datetimeFigureOut">
              <a:rPr lang="en-US" smtClean="0"/>
              <a:t>6/29/2024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BB2073-194C-43EF-87E1-F12784423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111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5426" y="1103215"/>
            <a:ext cx="6722148" cy="2242079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5426" y="3437369"/>
            <a:ext cx="5761567" cy="1283999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CD6D046-9E8A-417B-B758-A6E20A0FE31C}"/>
              </a:ext>
            </a:extLst>
          </p:cNvPr>
          <p:cNvSpPr/>
          <p:nvPr userDrawn="1"/>
        </p:nvSpPr>
        <p:spPr bwMode="auto">
          <a:xfrm>
            <a:off x="6787133" y="5399389"/>
            <a:ext cx="547941" cy="547483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28" tIns="45715" rIns="91428" bIns="4571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ES" sz="2000" b="0" i="0" u="none" strike="noStrike" cap="none" normalizeH="0" baseline="0">
              <a:ln>
                <a:noFill/>
              </a:ln>
              <a:solidFill>
                <a:schemeClr val="accent6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977530C5-2DE6-44CA-8A8F-019E4D7C204F}"/>
              </a:ext>
            </a:extLst>
          </p:cNvPr>
          <p:cNvSpPr/>
          <p:nvPr userDrawn="1"/>
        </p:nvSpPr>
        <p:spPr bwMode="auto">
          <a:xfrm>
            <a:off x="5929176" y="5949896"/>
            <a:ext cx="1802643" cy="908104"/>
          </a:xfrm>
          <a:custGeom>
            <a:avLst/>
            <a:gdLst>
              <a:gd name="connsiteX0" fmla="*/ 531 w 1423686"/>
              <a:gd name="connsiteY0" fmla="*/ 0 h 717107"/>
              <a:gd name="connsiteX1" fmla="*/ 1423155 w 1423686"/>
              <a:gd name="connsiteY1" fmla="*/ 0 h 717107"/>
              <a:gd name="connsiteX2" fmla="*/ 1423686 w 1423686"/>
              <a:gd name="connsiteY2" fmla="*/ 5264 h 717107"/>
              <a:gd name="connsiteX3" fmla="*/ 711843 w 1423686"/>
              <a:gd name="connsiteY3" fmla="*/ 717107 h 717107"/>
              <a:gd name="connsiteX4" fmla="*/ 0 w 1423686"/>
              <a:gd name="connsiteY4" fmla="*/ 5264 h 717107"/>
              <a:gd name="connsiteX5" fmla="*/ 531 w 1423686"/>
              <a:gd name="connsiteY5" fmla="*/ 0 h 717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23686" h="717107">
                <a:moveTo>
                  <a:pt x="531" y="0"/>
                </a:moveTo>
                <a:lnTo>
                  <a:pt x="1423155" y="0"/>
                </a:lnTo>
                <a:lnTo>
                  <a:pt x="1423686" y="5264"/>
                </a:lnTo>
                <a:cubicBezTo>
                  <a:pt x="1423686" y="398404"/>
                  <a:pt x="1104983" y="717107"/>
                  <a:pt x="711843" y="717107"/>
                </a:cubicBezTo>
                <a:cubicBezTo>
                  <a:pt x="318703" y="717107"/>
                  <a:pt x="0" y="398404"/>
                  <a:pt x="0" y="5264"/>
                </a:cubicBezTo>
                <a:lnTo>
                  <a:pt x="531" y="0"/>
                </a:lnTo>
                <a:close/>
              </a:path>
            </a:pathLst>
          </a:custGeom>
          <a:solidFill>
            <a:schemeClr val="accent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28" tIns="45715" rIns="91428" bIns="4571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ES" sz="2000" b="0" i="0" u="none" strike="noStrike" cap="none" normalizeH="0" baseline="0">
              <a:ln>
                <a:noFill/>
              </a:ln>
              <a:solidFill>
                <a:schemeClr val="accent6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CBDF7E11-8F3D-4306-A7C9-3CBBFA98620F}"/>
              </a:ext>
            </a:extLst>
          </p:cNvPr>
          <p:cNvSpPr/>
          <p:nvPr userDrawn="1"/>
        </p:nvSpPr>
        <p:spPr bwMode="auto">
          <a:xfrm rot="7933215">
            <a:off x="6018217" y="4998607"/>
            <a:ext cx="1201179" cy="604951"/>
          </a:xfrm>
          <a:custGeom>
            <a:avLst/>
            <a:gdLst>
              <a:gd name="connsiteX0" fmla="*/ 531 w 1423686"/>
              <a:gd name="connsiteY0" fmla="*/ 0 h 717107"/>
              <a:gd name="connsiteX1" fmla="*/ 1423155 w 1423686"/>
              <a:gd name="connsiteY1" fmla="*/ 0 h 717107"/>
              <a:gd name="connsiteX2" fmla="*/ 1423686 w 1423686"/>
              <a:gd name="connsiteY2" fmla="*/ 5264 h 717107"/>
              <a:gd name="connsiteX3" fmla="*/ 711843 w 1423686"/>
              <a:gd name="connsiteY3" fmla="*/ 717107 h 717107"/>
              <a:gd name="connsiteX4" fmla="*/ 0 w 1423686"/>
              <a:gd name="connsiteY4" fmla="*/ 5264 h 717107"/>
              <a:gd name="connsiteX5" fmla="*/ 531 w 1423686"/>
              <a:gd name="connsiteY5" fmla="*/ 0 h 717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23686" h="717107">
                <a:moveTo>
                  <a:pt x="531" y="0"/>
                </a:moveTo>
                <a:lnTo>
                  <a:pt x="1423155" y="0"/>
                </a:lnTo>
                <a:lnTo>
                  <a:pt x="1423686" y="5264"/>
                </a:lnTo>
                <a:cubicBezTo>
                  <a:pt x="1423686" y="398404"/>
                  <a:pt x="1104983" y="717107"/>
                  <a:pt x="711843" y="717107"/>
                </a:cubicBezTo>
                <a:cubicBezTo>
                  <a:pt x="318703" y="717107"/>
                  <a:pt x="0" y="398404"/>
                  <a:pt x="0" y="5264"/>
                </a:cubicBezTo>
                <a:lnTo>
                  <a:pt x="531" y="0"/>
                </a:lnTo>
                <a:close/>
              </a:path>
            </a:pathLst>
          </a:custGeom>
          <a:solidFill>
            <a:schemeClr val="accent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28" tIns="45715" rIns="91428" bIns="4571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ES" sz="2000" b="0" i="0" u="none" strike="noStrike" cap="none" normalizeH="0" baseline="0" dirty="0">
              <a:ln>
                <a:noFill/>
              </a:ln>
              <a:solidFill>
                <a:schemeClr val="accent6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8C38856E-DF0D-49BD-A0AF-37F515F1D5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45996" y="1810817"/>
            <a:ext cx="5040000" cy="5040000"/>
          </a:xfrm>
          <a:prstGeom prst="ellipse">
            <a:avLst/>
          </a:prstGeom>
        </p:spPr>
        <p:txBody>
          <a:bodyPr/>
          <a:lstStyle>
            <a:lvl1pPr algn="ctr">
              <a:buNone/>
              <a:defRPr b="0" i="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0" name="Date Name Organization">
            <a:extLst>
              <a:ext uri="{FF2B5EF4-FFF2-40B4-BE49-F238E27FC236}">
                <a16:creationId xmlns:a16="http://schemas.microsoft.com/office/drawing/2014/main" id="{B679C166-F3F4-4469-BDA4-0521529C846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5425" y="4913252"/>
            <a:ext cx="5251984" cy="1056000"/>
          </a:xfrm>
        </p:spPr>
        <p:txBody>
          <a:bodyPr anchor="b"/>
          <a:lstStyle>
            <a:lvl1pPr marL="0" indent="0">
              <a:spcAft>
                <a:spcPts val="133"/>
              </a:spcAft>
              <a:buNone/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  <a:lvl2pPr>
              <a:defRPr>
                <a:solidFill>
                  <a:schemeClr val="accent5"/>
                </a:solidFill>
              </a:defRPr>
            </a:lvl2pPr>
            <a:lvl3pPr>
              <a:defRPr>
                <a:solidFill>
                  <a:schemeClr val="accent5"/>
                </a:solidFill>
              </a:defRPr>
            </a:lvl3pPr>
            <a:lvl4pPr>
              <a:defRPr>
                <a:solidFill>
                  <a:schemeClr val="accent5"/>
                </a:solidFill>
              </a:defRPr>
            </a:lvl4pPr>
            <a:lvl5pPr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93D7AA-4B02-44F3-849A-D51D7F7A9CD0}"/>
              </a:ext>
            </a:extLst>
          </p:cNvPr>
          <p:cNvSpPr txBox="1"/>
          <p:nvPr userDrawn="1"/>
        </p:nvSpPr>
        <p:spPr>
          <a:xfrm>
            <a:off x="11158230" y="6548967"/>
            <a:ext cx="699337" cy="143565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defPPr>
              <a:defRPr lang="en-US"/>
            </a:defPPr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sz="900" dirty="0">
                <a:solidFill>
                  <a:schemeClr val="accent6"/>
                </a:solidFill>
                <a:latin typeface="+mn-lt"/>
                <a:cs typeface="Arial" panose="020B0604020202020204" pitchFamily="34" charset="0"/>
              </a:rPr>
              <a:t>© Zurich</a:t>
            </a:r>
          </a:p>
        </p:txBody>
      </p:sp>
      <p:pic>
        <p:nvPicPr>
          <p:cNvPr id="13" name="Picture 12" descr="Logo&#10;&#10;Description automatically generated">
            <a:extLst>
              <a:ext uri="{FF2B5EF4-FFF2-40B4-BE49-F238E27FC236}">
                <a16:creationId xmlns:a16="http://schemas.microsoft.com/office/drawing/2014/main" id="{EE62961D-FD32-4853-B26D-281814937F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7" y="157397"/>
            <a:ext cx="1779965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922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Ligh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9451" y="1118717"/>
            <a:ext cx="6722148" cy="2242079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9451" y="3452871"/>
            <a:ext cx="5761567" cy="1283999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CD6D046-9E8A-417B-B758-A6E20A0FE31C}"/>
              </a:ext>
            </a:extLst>
          </p:cNvPr>
          <p:cNvSpPr/>
          <p:nvPr userDrawn="1"/>
        </p:nvSpPr>
        <p:spPr bwMode="auto">
          <a:xfrm>
            <a:off x="6803245" y="5407445"/>
            <a:ext cx="547941" cy="547483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28" tIns="45715" rIns="91428" bIns="4571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ES" sz="2000" b="0" i="0" u="none" strike="noStrike" cap="none" normalizeH="0" baseline="0">
              <a:ln>
                <a:noFill/>
              </a:ln>
              <a:solidFill>
                <a:schemeClr val="accent1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977530C5-2DE6-44CA-8A8F-019E4D7C204F}"/>
              </a:ext>
            </a:extLst>
          </p:cNvPr>
          <p:cNvSpPr/>
          <p:nvPr userDrawn="1"/>
        </p:nvSpPr>
        <p:spPr bwMode="auto">
          <a:xfrm>
            <a:off x="5945288" y="5953924"/>
            <a:ext cx="1802643" cy="908104"/>
          </a:xfrm>
          <a:custGeom>
            <a:avLst/>
            <a:gdLst>
              <a:gd name="connsiteX0" fmla="*/ 531 w 1423686"/>
              <a:gd name="connsiteY0" fmla="*/ 0 h 717107"/>
              <a:gd name="connsiteX1" fmla="*/ 1423155 w 1423686"/>
              <a:gd name="connsiteY1" fmla="*/ 0 h 717107"/>
              <a:gd name="connsiteX2" fmla="*/ 1423686 w 1423686"/>
              <a:gd name="connsiteY2" fmla="*/ 5264 h 717107"/>
              <a:gd name="connsiteX3" fmla="*/ 711843 w 1423686"/>
              <a:gd name="connsiteY3" fmla="*/ 717107 h 717107"/>
              <a:gd name="connsiteX4" fmla="*/ 0 w 1423686"/>
              <a:gd name="connsiteY4" fmla="*/ 5264 h 717107"/>
              <a:gd name="connsiteX5" fmla="*/ 531 w 1423686"/>
              <a:gd name="connsiteY5" fmla="*/ 0 h 717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23686" h="717107">
                <a:moveTo>
                  <a:pt x="531" y="0"/>
                </a:moveTo>
                <a:lnTo>
                  <a:pt x="1423155" y="0"/>
                </a:lnTo>
                <a:lnTo>
                  <a:pt x="1423686" y="5264"/>
                </a:lnTo>
                <a:cubicBezTo>
                  <a:pt x="1423686" y="398404"/>
                  <a:pt x="1104983" y="717107"/>
                  <a:pt x="711843" y="717107"/>
                </a:cubicBezTo>
                <a:cubicBezTo>
                  <a:pt x="318703" y="717107"/>
                  <a:pt x="0" y="398404"/>
                  <a:pt x="0" y="5264"/>
                </a:cubicBezTo>
                <a:lnTo>
                  <a:pt x="531" y="0"/>
                </a:lnTo>
                <a:close/>
              </a:path>
            </a:pathLst>
          </a:custGeom>
          <a:solidFill>
            <a:schemeClr val="accent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28" tIns="45715" rIns="91428" bIns="4571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ES" sz="2000" b="0" i="0" u="none" strike="noStrike" cap="none" normalizeH="0" baseline="0">
              <a:ln>
                <a:noFill/>
              </a:ln>
              <a:solidFill>
                <a:schemeClr val="accent1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CBDF7E11-8F3D-4306-A7C9-3CBBFA98620F}"/>
              </a:ext>
            </a:extLst>
          </p:cNvPr>
          <p:cNvSpPr/>
          <p:nvPr userDrawn="1"/>
        </p:nvSpPr>
        <p:spPr bwMode="auto">
          <a:xfrm rot="7933215">
            <a:off x="6034329" y="5006663"/>
            <a:ext cx="1201179" cy="604951"/>
          </a:xfrm>
          <a:custGeom>
            <a:avLst/>
            <a:gdLst>
              <a:gd name="connsiteX0" fmla="*/ 531 w 1423686"/>
              <a:gd name="connsiteY0" fmla="*/ 0 h 717107"/>
              <a:gd name="connsiteX1" fmla="*/ 1423155 w 1423686"/>
              <a:gd name="connsiteY1" fmla="*/ 0 h 717107"/>
              <a:gd name="connsiteX2" fmla="*/ 1423686 w 1423686"/>
              <a:gd name="connsiteY2" fmla="*/ 5264 h 717107"/>
              <a:gd name="connsiteX3" fmla="*/ 711843 w 1423686"/>
              <a:gd name="connsiteY3" fmla="*/ 717107 h 717107"/>
              <a:gd name="connsiteX4" fmla="*/ 0 w 1423686"/>
              <a:gd name="connsiteY4" fmla="*/ 5264 h 717107"/>
              <a:gd name="connsiteX5" fmla="*/ 531 w 1423686"/>
              <a:gd name="connsiteY5" fmla="*/ 0 h 717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23686" h="717107">
                <a:moveTo>
                  <a:pt x="531" y="0"/>
                </a:moveTo>
                <a:lnTo>
                  <a:pt x="1423155" y="0"/>
                </a:lnTo>
                <a:lnTo>
                  <a:pt x="1423686" y="5264"/>
                </a:lnTo>
                <a:cubicBezTo>
                  <a:pt x="1423686" y="398404"/>
                  <a:pt x="1104983" y="717107"/>
                  <a:pt x="711843" y="717107"/>
                </a:cubicBezTo>
                <a:cubicBezTo>
                  <a:pt x="318703" y="717107"/>
                  <a:pt x="0" y="398404"/>
                  <a:pt x="0" y="5264"/>
                </a:cubicBezTo>
                <a:lnTo>
                  <a:pt x="531" y="0"/>
                </a:lnTo>
                <a:close/>
              </a:path>
            </a:pathLst>
          </a:custGeom>
          <a:solidFill>
            <a:schemeClr val="accent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28" tIns="45715" rIns="91428" bIns="4571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ES" sz="20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8C38856E-DF0D-49BD-A0AF-37F515F1D5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54052" y="1818873"/>
            <a:ext cx="5040000" cy="5040000"/>
          </a:xfrm>
          <a:prstGeom prst="ellipse">
            <a:avLst/>
          </a:prstGeom>
        </p:spPr>
        <p:txBody>
          <a:bodyPr/>
          <a:lstStyle>
            <a:lvl1pPr algn="ctr">
              <a:buNone/>
              <a:defRPr b="0" i="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0" name="Date Name Organization">
            <a:extLst>
              <a:ext uri="{FF2B5EF4-FFF2-40B4-BE49-F238E27FC236}">
                <a16:creationId xmlns:a16="http://schemas.microsoft.com/office/drawing/2014/main" id="{B679C166-F3F4-4469-BDA4-0521529C846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0825" y="4923646"/>
            <a:ext cx="5251984" cy="1056000"/>
          </a:xfrm>
        </p:spPr>
        <p:txBody>
          <a:bodyPr anchor="b"/>
          <a:lstStyle>
            <a:lvl1pPr marL="0" indent="0">
              <a:spcAft>
                <a:spcPts val="133"/>
              </a:spcAft>
              <a:buNone/>
              <a:defRPr sz="12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  <a:lvl2pPr>
              <a:defRPr>
                <a:solidFill>
                  <a:schemeClr val="accent5"/>
                </a:solidFill>
              </a:defRPr>
            </a:lvl2pPr>
            <a:lvl3pPr>
              <a:defRPr>
                <a:solidFill>
                  <a:schemeClr val="accent5"/>
                </a:solidFill>
              </a:defRPr>
            </a:lvl3pPr>
            <a:lvl4pPr>
              <a:defRPr>
                <a:solidFill>
                  <a:schemeClr val="accent5"/>
                </a:solidFill>
              </a:defRPr>
            </a:lvl4pPr>
            <a:lvl5pPr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1" name="Group 4">
            <a:extLst>
              <a:ext uri="{FF2B5EF4-FFF2-40B4-BE49-F238E27FC236}">
                <a16:creationId xmlns:a16="http://schemas.microsoft.com/office/drawing/2014/main" id="{E7C094BA-E50D-4DFD-BE64-FCB71B6B5D5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1989" y="158751"/>
            <a:ext cx="1773767" cy="683683"/>
            <a:chOff x="79" y="75"/>
            <a:chExt cx="838" cy="323"/>
          </a:xfrm>
          <a:solidFill>
            <a:schemeClr val="accent1"/>
          </a:solidFill>
        </p:grpSpPr>
        <p:sp>
          <p:nvSpPr>
            <p:cNvPr id="24" name="AutoShape 3">
              <a:extLst>
                <a:ext uri="{FF2B5EF4-FFF2-40B4-BE49-F238E27FC236}">
                  <a16:creationId xmlns:a16="http://schemas.microsoft.com/office/drawing/2014/main" id="{2922DC61-2E78-484E-B2FE-2A325A97027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9" y="75"/>
              <a:ext cx="838" cy="3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C69F7F3D-E7A2-4FF7-A9CA-8C2F44CF18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9" y="155"/>
              <a:ext cx="163" cy="164"/>
            </a:xfrm>
            <a:custGeom>
              <a:avLst/>
              <a:gdLst>
                <a:gd name="T0" fmla="*/ 920 w 1841"/>
                <a:gd name="T1" fmla="*/ 0 h 1842"/>
                <a:gd name="T2" fmla="*/ 920 w 1841"/>
                <a:gd name="T3" fmla="*/ 0 h 1842"/>
                <a:gd name="T4" fmla="*/ 0 w 1841"/>
                <a:gd name="T5" fmla="*/ 921 h 1842"/>
                <a:gd name="T6" fmla="*/ 0 w 1841"/>
                <a:gd name="T7" fmla="*/ 921 h 1842"/>
                <a:gd name="T8" fmla="*/ 188 w 1841"/>
                <a:gd name="T9" fmla="*/ 1479 h 1842"/>
                <a:gd name="T10" fmla="*/ 954 w 1841"/>
                <a:gd name="T11" fmla="*/ 473 h 1842"/>
                <a:gd name="T12" fmla="*/ 871 w 1841"/>
                <a:gd name="T13" fmla="*/ 474 h 1842"/>
                <a:gd name="T14" fmla="*/ 790 w 1841"/>
                <a:gd name="T15" fmla="*/ 473 h 1842"/>
                <a:gd name="T16" fmla="*/ 561 w 1841"/>
                <a:gd name="T17" fmla="*/ 491 h 1842"/>
                <a:gd name="T18" fmla="*/ 467 w 1841"/>
                <a:gd name="T19" fmla="*/ 530 h 1842"/>
                <a:gd name="T20" fmla="*/ 374 w 1841"/>
                <a:gd name="T21" fmla="*/ 641 h 1842"/>
                <a:gd name="T22" fmla="*/ 361 w 1841"/>
                <a:gd name="T23" fmla="*/ 665 h 1842"/>
                <a:gd name="T24" fmla="*/ 316 w 1841"/>
                <a:gd name="T25" fmla="*/ 655 h 1842"/>
                <a:gd name="T26" fmla="*/ 392 w 1841"/>
                <a:gd name="T27" fmla="*/ 366 h 1842"/>
                <a:gd name="T28" fmla="*/ 1350 w 1841"/>
                <a:gd name="T29" fmla="*/ 366 h 1842"/>
                <a:gd name="T30" fmla="*/ 588 w 1841"/>
                <a:gd name="T31" fmla="*/ 1385 h 1842"/>
                <a:gd name="T32" fmla="*/ 698 w 1841"/>
                <a:gd name="T33" fmla="*/ 1379 h 1842"/>
                <a:gd name="T34" fmla="*/ 839 w 1841"/>
                <a:gd name="T35" fmla="*/ 1385 h 1842"/>
                <a:gd name="T36" fmla="*/ 974 w 1841"/>
                <a:gd name="T37" fmla="*/ 1393 h 1842"/>
                <a:gd name="T38" fmla="*/ 1095 w 1841"/>
                <a:gd name="T39" fmla="*/ 1397 h 1842"/>
                <a:gd name="T40" fmla="*/ 1255 w 1841"/>
                <a:gd name="T41" fmla="*/ 1378 h 1842"/>
                <a:gd name="T42" fmla="*/ 1354 w 1841"/>
                <a:gd name="T43" fmla="*/ 1331 h 1842"/>
                <a:gd name="T44" fmla="*/ 1491 w 1841"/>
                <a:gd name="T45" fmla="*/ 1175 h 1842"/>
                <a:gd name="T46" fmla="*/ 1504 w 1841"/>
                <a:gd name="T47" fmla="*/ 1147 h 1842"/>
                <a:gd name="T48" fmla="*/ 1545 w 1841"/>
                <a:gd name="T49" fmla="*/ 1158 h 1842"/>
                <a:gd name="T50" fmla="*/ 1505 w 1841"/>
                <a:gd name="T51" fmla="*/ 1273 h 1842"/>
                <a:gd name="T52" fmla="*/ 1354 w 1841"/>
                <a:gd name="T53" fmla="*/ 1472 h 1842"/>
                <a:gd name="T54" fmla="*/ 1131 w 1841"/>
                <a:gd name="T55" fmla="*/ 1546 h 1842"/>
                <a:gd name="T56" fmla="*/ 1118 w 1841"/>
                <a:gd name="T57" fmla="*/ 1546 h 1842"/>
                <a:gd name="T58" fmla="*/ 854 w 1841"/>
                <a:gd name="T59" fmla="*/ 1518 h 1842"/>
                <a:gd name="T60" fmla="*/ 544 w 1841"/>
                <a:gd name="T61" fmla="*/ 1486 h 1842"/>
                <a:gd name="T62" fmla="*/ 394 w 1841"/>
                <a:gd name="T63" fmla="*/ 1498 h 1842"/>
                <a:gd name="T64" fmla="*/ 242 w 1841"/>
                <a:gd name="T65" fmla="*/ 1543 h 1842"/>
                <a:gd name="T66" fmla="*/ 920 w 1841"/>
                <a:gd name="T67" fmla="*/ 1842 h 1842"/>
                <a:gd name="T68" fmla="*/ 1841 w 1841"/>
                <a:gd name="T69" fmla="*/ 921 h 1842"/>
                <a:gd name="T70" fmla="*/ 920 w 1841"/>
                <a:gd name="T71" fmla="*/ 0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41" h="1842">
                  <a:moveTo>
                    <a:pt x="920" y="0"/>
                  </a:moveTo>
                  <a:lnTo>
                    <a:pt x="920" y="0"/>
                  </a:lnTo>
                  <a:cubicBezTo>
                    <a:pt x="412" y="0"/>
                    <a:pt x="0" y="412"/>
                    <a:pt x="0" y="921"/>
                  </a:cubicBezTo>
                  <a:lnTo>
                    <a:pt x="0" y="921"/>
                  </a:lnTo>
                  <a:cubicBezTo>
                    <a:pt x="0" y="1131"/>
                    <a:pt x="70" y="1325"/>
                    <a:pt x="188" y="1479"/>
                  </a:cubicBezTo>
                  <a:lnTo>
                    <a:pt x="954" y="473"/>
                  </a:lnTo>
                  <a:lnTo>
                    <a:pt x="871" y="474"/>
                  </a:lnTo>
                  <a:lnTo>
                    <a:pt x="790" y="473"/>
                  </a:lnTo>
                  <a:cubicBezTo>
                    <a:pt x="702" y="473"/>
                    <a:pt x="620" y="480"/>
                    <a:pt x="561" y="491"/>
                  </a:cubicBezTo>
                  <a:cubicBezTo>
                    <a:pt x="525" y="498"/>
                    <a:pt x="493" y="511"/>
                    <a:pt x="467" y="530"/>
                  </a:cubicBezTo>
                  <a:cubicBezTo>
                    <a:pt x="437" y="551"/>
                    <a:pt x="399" y="596"/>
                    <a:pt x="374" y="641"/>
                  </a:cubicBezTo>
                  <a:cubicBezTo>
                    <a:pt x="371" y="646"/>
                    <a:pt x="367" y="654"/>
                    <a:pt x="361" y="665"/>
                  </a:cubicBezTo>
                  <a:lnTo>
                    <a:pt x="316" y="655"/>
                  </a:lnTo>
                  <a:lnTo>
                    <a:pt x="392" y="366"/>
                  </a:lnTo>
                  <a:lnTo>
                    <a:pt x="1350" y="366"/>
                  </a:lnTo>
                  <a:lnTo>
                    <a:pt x="588" y="1385"/>
                  </a:lnTo>
                  <a:cubicBezTo>
                    <a:pt x="638" y="1380"/>
                    <a:pt x="658" y="1379"/>
                    <a:pt x="698" y="1379"/>
                  </a:cubicBezTo>
                  <a:cubicBezTo>
                    <a:pt x="729" y="1379"/>
                    <a:pt x="776" y="1381"/>
                    <a:pt x="839" y="1385"/>
                  </a:cubicBezTo>
                  <a:lnTo>
                    <a:pt x="974" y="1393"/>
                  </a:lnTo>
                  <a:cubicBezTo>
                    <a:pt x="1023" y="1396"/>
                    <a:pt x="1064" y="1397"/>
                    <a:pt x="1095" y="1397"/>
                  </a:cubicBezTo>
                  <a:cubicBezTo>
                    <a:pt x="1165" y="1397"/>
                    <a:pt x="1210" y="1392"/>
                    <a:pt x="1255" y="1378"/>
                  </a:cubicBezTo>
                  <a:cubicBezTo>
                    <a:pt x="1290" y="1367"/>
                    <a:pt x="1324" y="1351"/>
                    <a:pt x="1354" y="1331"/>
                  </a:cubicBezTo>
                  <a:cubicBezTo>
                    <a:pt x="1408" y="1293"/>
                    <a:pt x="1460" y="1234"/>
                    <a:pt x="1491" y="1175"/>
                  </a:cubicBezTo>
                  <a:cubicBezTo>
                    <a:pt x="1494" y="1169"/>
                    <a:pt x="1499" y="1160"/>
                    <a:pt x="1504" y="1147"/>
                  </a:cubicBezTo>
                  <a:lnTo>
                    <a:pt x="1545" y="1158"/>
                  </a:lnTo>
                  <a:cubicBezTo>
                    <a:pt x="1532" y="1208"/>
                    <a:pt x="1525" y="1228"/>
                    <a:pt x="1505" y="1273"/>
                  </a:cubicBezTo>
                  <a:cubicBezTo>
                    <a:pt x="1464" y="1364"/>
                    <a:pt x="1417" y="1425"/>
                    <a:pt x="1354" y="1472"/>
                  </a:cubicBezTo>
                  <a:cubicBezTo>
                    <a:pt x="1289" y="1521"/>
                    <a:pt x="1216" y="1544"/>
                    <a:pt x="1131" y="1546"/>
                  </a:cubicBezTo>
                  <a:lnTo>
                    <a:pt x="1118" y="1546"/>
                  </a:lnTo>
                  <a:cubicBezTo>
                    <a:pt x="1055" y="1546"/>
                    <a:pt x="1006" y="1541"/>
                    <a:pt x="854" y="1518"/>
                  </a:cubicBezTo>
                  <a:cubicBezTo>
                    <a:pt x="700" y="1494"/>
                    <a:pt x="621" y="1486"/>
                    <a:pt x="544" y="1486"/>
                  </a:cubicBezTo>
                  <a:cubicBezTo>
                    <a:pt x="492" y="1486"/>
                    <a:pt x="444" y="1490"/>
                    <a:pt x="394" y="1498"/>
                  </a:cubicBezTo>
                  <a:cubicBezTo>
                    <a:pt x="328" y="1508"/>
                    <a:pt x="302" y="1516"/>
                    <a:pt x="242" y="1543"/>
                  </a:cubicBezTo>
                  <a:cubicBezTo>
                    <a:pt x="410" y="1727"/>
                    <a:pt x="652" y="1842"/>
                    <a:pt x="920" y="1842"/>
                  </a:cubicBezTo>
                  <a:cubicBezTo>
                    <a:pt x="1429" y="1842"/>
                    <a:pt x="1841" y="1430"/>
                    <a:pt x="1841" y="921"/>
                  </a:cubicBezTo>
                  <a:cubicBezTo>
                    <a:pt x="1841" y="412"/>
                    <a:pt x="1429" y="0"/>
                    <a:pt x="9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496DDDB6-B327-4BBA-A25A-A710AC69A0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2" y="197"/>
              <a:ext cx="25" cy="80"/>
            </a:xfrm>
            <a:custGeom>
              <a:avLst/>
              <a:gdLst>
                <a:gd name="T0" fmla="*/ 232 w 288"/>
                <a:gd name="T1" fmla="*/ 166 h 897"/>
                <a:gd name="T2" fmla="*/ 232 w 288"/>
                <a:gd name="T3" fmla="*/ 166 h 897"/>
                <a:gd name="T4" fmla="*/ 241 w 288"/>
                <a:gd name="T5" fmla="*/ 65 h 897"/>
                <a:gd name="T6" fmla="*/ 254 w 288"/>
                <a:gd name="T7" fmla="*/ 37 h 897"/>
                <a:gd name="T8" fmla="*/ 288 w 288"/>
                <a:gd name="T9" fmla="*/ 0 h 897"/>
                <a:gd name="T10" fmla="*/ 0 w 288"/>
                <a:gd name="T11" fmla="*/ 0 h 897"/>
                <a:gd name="T12" fmla="*/ 33 w 288"/>
                <a:gd name="T13" fmla="*/ 35 h 897"/>
                <a:gd name="T14" fmla="*/ 47 w 288"/>
                <a:gd name="T15" fmla="*/ 64 h 897"/>
                <a:gd name="T16" fmla="*/ 56 w 288"/>
                <a:gd name="T17" fmla="*/ 161 h 897"/>
                <a:gd name="T18" fmla="*/ 56 w 288"/>
                <a:gd name="T19" fmla="*/ 215 h 897"/>
                <a:gd name="T20" fmla="*/ 56 w 288"/>
                <a:gd name="T21" fmla="*/ 752 h 897"/>
                <a:gd name="T22" fmla="*/ 42 w 288"/>
                <a:gd name="T23" fmla="*/ 839 h 897"/>
                <a:gd name="T24" fmla="*/ 28 w 288"/>
                <a:gd name="T25" fmla="*/ 865 h 897"/>
                <a:gd name="T26" fmla="*/ 1 w 288"/>
                <a:gd name="T27" fmla="*/ 897 h 897"/>
                <a:gd name="T28" fmla="*/ 285 w 288"/>
                <a:gd name="T29" fmla="*/ 897 h 897"/>
                <a:gd name="T30" fmla="*/ 258 w 288"/>
                <a:gd name="T31" fmla="*/ 865 h 897"/>
                <a:gd name="T32" fmla="*/ 243 w 288"/>
                <a:gd name="T33" fmla="*/ 838 h 897"/>
                <a:gd name="T34" fmla="*/ 231 w 288"/>
                <a:gd name="T35" fmla="*/ 759 h 897"/>
                <a:gd name="T36" fmla="*/ 231 w 288"/>
                <a:gd name="T37" fmla="*/ 218 h 897"/>
                <a:gd name="T38" fmla="*/ 232 w 288"/>
                <a:gd name="T39" fmla="*/ 166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88" h="897">
                  <a:moveTo>
                    <a:pt x="232" y="166"/>
                  </a:moveTo>
                  <a:lnTo>
                    <a:pt x="232" y="166"/>
                  </a:lnTo>
                  <a:cubicBezTo>
                    <a:pt x="232" y="106"/>
                    <a:pt x="233" y="89"/>
                    <a:pt x="241" y="65"/>
                  </a:cubicBezTo>
                  <a:cubicBezTo>
                    <a:pt x="244" y="55"/>
                    <a:pt x="248" y="46"/>
                    <a:pt x="254" y="37"/>
                  </a:cubicBezTo>
                  <a:cubicBezTo>
                    <a:pt x="263" y="22"/>
                    <a:pt x="270" y="14"/>
                    <a:pt x="288" y="0"/>
                  </a:cubicBezTo>
                  <a:lnTo>
                    <a:pt x="0" y="0"/>
                  </a:lnTo>
                  <a:cubicBezTo>
                    <a:pt x="18" y="16"/>
                    <a:pt x="24" y="22"/>
                    <a:pt x="33" y="35"/>
                  </a:cubicBezTo>
                  <a:cubicBezTo>
                    <a:pt x="39" y="44"/>
                    <a:pt x="44" y="54"/>
                    <a:pt x="47" y="64"/>
                  </a:cubicBezTo>
                  <a:cubicBezTo>
                    <a:pt x="53" y="86"/>
                    <a:pt x="56" y="108"/>
                    <a:pt x="56" y="161"/>
                  </a:cubicBezTo>
                  <a:cubicBezTo>
                    <a:pt x="56" y="188"/>
                    <a:pt x="56" y="206"/>
                    <a:pt x="56" y="215"/>
                  </a:cubicBezTo>
                  <a:lnTo>
                    <a:pt x="56" y="752"/>
                  </a:lnTo>
                  <a:cubicBezTo>
                    <a:pt x="56" y="784"/>
                    <a:pt x="51" y="817"/>
                    <a:pt x="42" y="839"/>
                  </a:cubicBezTo>
                  <a:cubicBezTo>
                    <a:pt x="39" y="848"/>
                    <a:pt x="34" y="857"/>
                    <a:pt x="28" y="865"/>
                  </a:cubicBezTo>
                  <a:cubicBezTo>
                    <a:pt x="21" y="875"/>
                    <a:pt x="16" y="880"/>
                    <a:pt x="1" y="897"/>
                  </a:cubicBezTo>
                  <a:lnTo>
                    <a:pt x="285" y="897"/>
                  </a:lnTo>
                  <a:cubicBezTo>
                    <a:pt x="271" y="885"/>
                    <a:pt x="266" y="879"/>
                    <a:pt x="258" y="865"/>
                  </a:cubicBezTo>
                  <a:cubicBezTo>
                    <a:pt x="252" y="856"/>
                    <a:pt x="247" y="847"/>
                    <a:pt x="243" y="838"/>
                  </a:cubicBezTo>
                  <a:cubicBezTo>
                    <a:pt x="236" y="817"/>
                    <a:pt x="231" y="787"/>
                    <a:pt x="231" y="759"/>
                  </a:cubicBezTo>
                  <a:lnTo>
                    <a:pt x="231" y="218"/>
                  </a:lnTo>
                  <a:lnTo>
                    <a:pt x="232" y="1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A06C8070-A1C7-48BE-95DE-240B325C24B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" y="197"/>
              <a:ext cx="77" cy="80"/>
            </a:xfrm>
            <a:custGeom>
              <a:avLst/>
              <a:gdLst>
                <a:gd name="T0" fmla="*/ 810 w 869"/>
                <a:gd name="T1" fmla="*/ 165 h 897"/>
                <a:gd name="T2" fmla="*/ 810 w 869"/>
                <a:gd name="T3" fmla="*/ 165 h 897"/>
                <a:gd name="T4" fmla="*/ 819 w 869"/>
                <a:gd name="T5" fmla="*/ 70 h 897"/>
                <a:gd name="T6" fmla="*/ 834 w 869"/>
                <a:gd name="T7" fmla="*/ 37 h 897"/>
                <a:gd name="T8" fmla="*/ 869 w 869"/>
                <a:gd name="T9" fmla="*/ 0 h 897"/>
                <a:gd name="T10" fmla="*/ 576 w 869"/>
                <a:gd name="T11" fmla="*/ 0 h 897"/>
                <a:gd name="T12" fmla="*/ 609 w 869"/>
                <a:gd name="T13" fmla="*/ 36 h 897"/>
                <a:gd name="T14" fmla="*/ 624 w 869"/>
                <a:gd name="T15" fmla="*/ 67 h 897"/>
                <a:gd name="T16" fmla="*/ 634 w 869"/>
                <a:gd name="T17" fmla="*/ 162 h 897"/>
                <a:gd name="T18" fmla="*/ 634 w 869"/>
                <a:gd name="T19" fmla="*/ 379 h 897"/>
                <a:gd name="T20" fmla="*/ 232 w 869"/>
                <a:gd name="T21" fmla="*/ 379 h 897"/>
                <a:gd name="T22" fmla="*/ 232 w 869"/>
                <a:gd name="T23" fmla="*/ 216 h 897"/>
                <a:gd name="T24" fmla="*/ 234 w 869"/>
                <a:gd name="T25" fmla="*/ 109 h 897"/>
                <a:gd name="T26" fmla="*/ 241 w 869"/>
                <a:gd name="T27" fmla="*/ 70 h 897"/>
                <a:gd name="T28" fmla="*/ 278 w 869"/>
                <a:gd name="T29" fmla="*/ 9 h 897"/>
                <a:gd name="T30" fmla="*/ 288 w 869"/>
                <a:gd name="T31" fmla="*/ 0 h 897"/>
                <a:gd name="T32" fmla="*/ 1 w 869"/>
                <a:gd name="T33" fmla="*/ 0 h 897"/>
                <a:gd name="T34" fmla="*/ 30 w 869"/>
                <a:gd name="T35" fmla="*/ 34 h 897"/>
                <a:gd name="T36" fmla="*/ 46 w 869"/>
                <a:gd name="T37" fmla="*/ 64 h 897"/>
                <a:gd name="T38" fmla="*/ 56 w 869"/>
                <a:gd name="T39" fmla="*/ 159 h 897"/>
                <a:gd name="T40" fmla="*/ 57 w 869"/>
                <a:gd name="T41" fmla="*/ 216 h 897"/>
                <a:gd name="T42" fmla="*/ 57 w 869"/>
                <a:gd name="T43" fmla="*/ 707 h 897"/>
                <a:gd name="T44" fmla="*/ 53 w 869"/>
                <a:gd name="T45" fmla="*/ 802 h 897"/>
                <a:gd name="T46" fmla="*/ 44 w 869"/>
                <a:gd name="T47" fmla="*/ 838 h 897"/>
                <a:gd name="T48" fmla="*/ 9 w 869"/>
                <a:gd name="T49" fmla="*/ 888 h 897"/>
                <a:gd name="T50" fmla="*/ 0 w 869"/>
                <a:gd name="T51" fmla="*/ 897 h 897"/>
                <a:gd name="T52" fmla="*/ 284 w 869"/>
                <a:gd name="T53" fmla="*/ 897 h 897"/>
                <a:gd name="T54" fmla="*/ 260 w 869"/>
                <a:gd name="T55" fmla="*/ 867 h 897"/>
                <a:gd name="T56" fmla="*/ 245 w 869"/>
                <a:gd name="T57" fmla="*/ 839 h 897"/>
                <a:gd name="T58" fmla="*/ 232 w 869"/>
                <a:gd name="T59" fmla="*/ 761 h 897"/>
                <a:gd name="T60" fmla="*/ 232 w 869"/>
                <a:gd name="T61" fmla="*/ 707 h 897"/>
                <a:gd name="T62" fmla="*/ 232 w 869"/>
                <a:gd name="T63" fmla="*/ 490 h 897"/>
                <a:gd name="T64" fmla="*/ 634 w 869"/>
                <a:gd name="T65" fmla="*/ 490 h 897"/>
                <a:gd name="T66" fmla="*/ 634 w 869"/>
                <a:gd name="T67" fmla="*/ 709 h 897"/>
                <a:gd name="T68" fmla="*/ 630 w 869"/>
                <a:gd name="T69" fmla="*/ 800 h 897"/>
                <a:gd name="T70" fmla="*/ 620 w 869"/>
                <a:gd name="T71" fmla="*/ 838 h 897"/>
                <a:gd name="T72" fmla="*/ 588 w 869"/>
                <a:gd name="T73" fmla="*/ 885 h 897"/>
                <a:gd name="T74" fmla="*/ 575 w 869"/>
                <a:gd name="T75" fmla="*/ 897 h 897"/>
                <a:gd name="T76" fmla="*/ 862 w 869"/>
                <a:gd name="T77" fmla="*/ 897 h 897"/>
                <a:gd name="T78" fmla="*/ 838 w 869"/>
                <a:gd name="T79" fmla="*/ 869 h 897"/>
                <a:gd name="T80" fmla="*/ 821 w 869"/>
                <a:gd name="T81" fmla="*/ 839 h 897"/>
                <a:gd name="T82" fmla="*/ 810 w 869"/>
                <a:gd name="T83" fmla="*/ 758 h 897"/>
                <a:gd name="T84" fmla="*/ 809 w 869"/>
                <a:gd name="T85" fmla="*/ 712 h 897"/>
                <a:gd name="T86" fmla="*/ 810 w 869"/>
                <a:gd name="T87" fmla="*/ 218 h 897"/>
                <a:gd name="T88" fmla="*/ 810 w 869"/>
                <a:gd name="T89" fmla="*/ 16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69" h="897">
                  <a:moveTo>
                    <a:pt x="810" y="165"/>
                  </a:moveTo>
                  <a:lnTo>
                    <a:pt x="810" y="165"/>
                  </a:lnTo>
                  <a:cubicBezTo>
                    <a:pt x="810" y="125"/>
                    <a:pt x="813" y="95"/>
                    <a:pt x="819" y="70"/>
                  </a:cubicBezTo>
                  <a:cubicBezTo>
                    <a:pt x="823" y="59"/>
                    <a:pt x="828" y="48"/>
                    <a:pt x="834" y="37"/>
                  </a:cubicBezTo>
                  <a:cubicBezTo>
                    <a:pt x="843" y="22"/>
                    <a:pt x="850" y="14"/>
                    <a:pt x="869" y="0"/>
                  </a:cubicBezTo>
                  <a:lnTo>
                    <a:pt x="576" y="0"/>
                  </a:lnTo>
                  <a:cubicBezTo>
                    <a:pt x="593" y="14"/>
                    <a:pt x="599" y="20"/>
                    <a:pt x="609" y="36"/>
                  </a:cubicBezTo>
                  <a:cubicBezTo>
                    <a:pt x="616" y="46"/>
                    <a:pt x="621" y="57"/>
                    <a:pt x="624" y="67"/>
                  </a:cubicBezTo>
                  <a:cubicBezTo>
                    <a:pt x="631" y="88"/>
                    <a:pt x="634" y="115"/>
                    <a:pt x="634" y="162"/>
                  </a:cubicBezTo>
                  <a:lnTo>
                    <a:pt x="634" y="379"/>
                  </a:lnTo>
                  <a:lnTo>
                    <a:pt x="232" y="379"/>
                  </a:lnTo>
                  <a:lnTo>
                    <a:pt x="232" y="216"/>
                  </a:lnTo>
                  <a:cubicBezTo>
                    <a:pt x="232" y="166"/>
                    <a:pt x="232" y="134"/>
                    <a:pt x="234" y="109"/>
                  </a:cubicBezTo>
                  <a:cubicBezTo>
                    <a:pt x="235" y="95"/>
                    <a:pt x="238" y="82"/>
                    <a:pt x="241" y="70"/>
                  </a:cubicBezTo>
                  <a:cubicBezTo>
                    <a:pt x="247" y="51"/>
                    <a:pt x="264" y="24"/>
                    <a:pt x="278" y="9"/>
                  </a:cubicBezTo>
                  <a:cubicBezTo>
                    <a:pt x="280" y="7"/>
                    <a:pt x="284" y="4"/>
                    <a:pt x="288" y="0"/>
                  </a:cubicBezTo>
                  <a:lnTo>
                    <a:pt x="1" y="0"/>
                  </a:lnTo>
                  <a:cubicBezTo>
                    <a:pt x="18" y="17"/>
                    <a:pt x="23" y="23"/>
                    <a:pt x="30" y="34"/>
                  </a:cubicBezTo>
                  <a:cubicBezTo>
                    <a:pt x="37" y="43"/>
                    <a:pt x="42" y="53"/>
                    <a:pt x="46" y="64"/>
                  </a:cubicBezTo>
                  <a:cubicBezTo>
                    <a:pt x="53" y="87"/>
                    <a:pt x="55" y="100"/>
                    <a:pt x="56" y="159"/>
                  </a:cubicBezTo>
                  <a:lnTo>
                    <a:pt x="57" y="216"/>
                  </a:lnTo>
                  <a:lnTo>
                    <a:pt x="57" y="707"/>
                  </a:lnTo>
                  <a:cubicBezTo>
                    <a:pt x="57" y="757"/>
                    <a:pt x="56" y="779"/>
                    <a:pt x="53" y="802"/>
                  </a:cubicBezTo>
                  <a:cubicBezTo>
                    <a:pt x="51" y="814"/>
                    <a:pt x="48" y="825"/>
                    <a:pt x="44" y="838"/>
                  </a:cubicBezTo>
                  <a:cubicBezTo>
                    <a:pt x="37" y="857"/>
                    <a:pt x="26" y="872"/>
                    <a:pt x="9" y="888"/>
                  </a:cubicBezTo>
                  <a:cubicBezTo>
                    <a:pt x="7" y="890"/>
                    <a:pt x="4" y="893"/>
                    <a:pt x="0" y="897"/>
                  </a:cubicBezTo>
                  <a:lnTo>
                    <a:pt x="284" y="897"/>
                  </a:lnTo>
                  <a:cubicBezTo>
                    <a:pt x="271" y="884"/>
                    <a:pt x="267" y="878"/>
                    <a:pt x="260" y="867"/>
                  </a:cubicBezTo>
                  <a:cubicBezTo>
                    <a:pt x="254" y="859"/>
                    <a:pt x="249" y="849"/>
                    <a:pt x="245" y="839"/>
                  </a:cubicBezTo>
                  <a:cubicBezTo>
                    <a:pt x="236" y="815"/>
                    <a:pt x="233" y="799"/>
                    <a:pt x="232" y="761"/>
                  </a:cubicBezTo>
                  <a:cubicBezTo>
                    <a:pt x="232" y="741"/>
                    <a:pt x="232" y="724"/>
                    <a:pt x="232" y="707"/>
                  </a:cubicBezTo>
                  <a:lnTo>
                    <a:pt x="232" y="490"/>
                  </a:lnTo>
                  <a:lnTo>
                    <a:pt x="634" y="490"/>
                  </a:lnTo>
                  <a:lnTo>
                    <a:pt x="634" y="709"/>
                  </a:lnTo>
                  <a:cubicBezTo>
                    <a:pt x="634" y="757"/>
                    <a:pt x="633" y="775"/>
                    <a:pt x="630" y="800"/>
                  </a:cubicBezTo>
                  <a:cubicBezTo>
                    <a:pt x="628" y="813"/>
                    <a:pt x="625" y="826"/>
                    <a:pt x="620" y="838"/>
                  </a:cubicBezTo>
                  <a:cubicBezTo>
                    <a:pt x="613" y="855"/>
                    <a:pt x="603" y="871"/>
                    <a:pt x="588" y="885"/>
                  </a:cubicBezTo>
                  <a:cubicBezTo>
                    <a:pt x="585" y="888"/>
                    <a:pt x="581" y="892"/>
                    <a:pt x="575" y="897"/>
                  </a:cubicBezTo>
                  <a:lnTo>
                    <a:pt x="862" y="897"/>
                  </a:lnTo>
                  <a:cubicBezTo>
                    <a:pt x="850" y="885"/>
                    <a:pt x="846" y="880"/>
                    <a:pt x="838" y="869"/>
                  </a:cubicBezTo>
                  <a:cubicBezTo>
                    <a:pt x="831" y="859"/>
                    <a:pt x="825" y="849"/>
                    <a:pt x="821" y="839"/>
                  </a:cubicBezTo>
                  <a:cubicBezTo>
                    <a:pt x="813" y="818"/>
                    <a:pt x="811" y="803"/>
                    <a:pt x="810" y="758"/>
                  </a:cubicBezTo>
                  <a:cubicBezTo>
                    <a:pt x="809" y="732"/>
                    <a:pt x="809" y="717"/>
                    <a:pt x="809" y="712"/>
                  </a:cubicBezTo>
                  <a:lnTo>
                    <a:pt x="810" y="218"/>
                  </a:lnTo>
                  <a:lnTo>
                    <a:pt x="810" y="16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7BB14D19-8E13-42AB-AA0B-DD9069F10FE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2" y="197"/>
              <a:ext cx="73" cy="80"/>
            </a:xfrm>
            <a:custGeom>
              <a:avLst/>
              <a:gdLst>
                <a:gd name="T0" fmla="*/ 408 w 822"/>
                <a:gd name="T1" fmla="*/ 395 h 897"/>
                <a:gd name="T2" fmla="*/ 408 w 822"/>
                <a:gd name="T3" fmla="*/ 395 h 897"/>
                <a:gd name="T4" fmla="*/ 295 w 822"/>
                <a:gd name="T5" fmla="*/ 431 h 897"/>
                <a:gd name="T6" fmla="*/ 248 w 822"/>
                <a:gd name="T7" fmla="*/ 435 h 897"/>
                <a:gd name="T8" fmla="*/ 233 w 822"/>
                <a:gd name="T9" fmla="*/ 435 h 897"/>
                <a:gd name="T10" fmla="*/ 233 w 822"/>
                <a:gd name="T11" fmla="*/ 103 h 897"/>
                <a:gd name="T12" fmla="*/ 257 w 822"/>
                <a:gd name="T13" fmla="*/ 102 h 897"/>
                <a:gd name="T14" fmla="*/ 378 w 822"/>
                <a:gd name="T15" fmla="*/ 117 h 897"/>
                <a:gd name="T16" fmla="*/ 439 w 822"/>
                <a:gd name="T17" fmla="*/ 149 h 897"/>
                <a:gd name="T18" fmla="*/ 485 w 822"/>
                <a:gd name="T19" fmla="*/ 260 h 897"/>
                <a:gd name="T20" fmla="*/ 450 w 822"/>
                <a:gd name="T21" fmla="*/ 361 h 897"/>
                <a:gd name="T22" fmla="*/ 408 w 822"/>
                <a:gd name="T23" fmla="*/ 395 h 897"/>
                <a:gd name="T24" fmla="*/ 408 w 822"/>
                <a:gd name="T25" fmla="*/ 395 h 897"/>
                <a:gd name="T26" fmla="*/ 750 w 822"/>
                <a:gd name="T27" fmla="*/ 835 h 897"/>
                <a:gd name="T28" fmla="*/ 750 w 822"/>
                <a:gd name="T29" fmla="*/ 835 h 897"/>
                <a:gd name="T30" fmla="*/ 649 w 822"/>
                <a:gd name="T31" fmla="*/ 730 h 897"/>
                <a:gd name="T32" fmla="*/ 583 w 822"/>
                <a:gd name="T33" fmla="*/ 657 h 897"/>
                <a:gd name="T34" fmla="*/ 444 w 822"/>
                <a:gd name="T35" fmla="*/ 493 h 897"/>
                <a:gd name="T36" fmla="*/ 484 w 822"/>
                <a:gd name="T37" fmla="*/ 480 h 897"/>
                <a:gd name="T38" fmla="*/ 594 w 822"/>
                <a:gd name="T39" fmla="*/ 416 h 897"/>
                <a:gd name="T40" fmla="*/ 665 w 822"/>
                <a:gd name="T41" fmla="*/ 313 h 897"/>
                <a:gd name="T42" fmla="*/ 676 w 822"/>
                <a:gd name="T43" fmla="*/ 244 h 897"/>
                <a:gd name="T44" fmla="*/ 615 w 822"/>
                <a:gd name="T45" fmla="*/ 97 h 897"/>
                <a:gd name="T46" fmla="*/ 470 w 822"/>
                <a:gd name="T47" fmla="*/ 16 h 897"/>
                <a:gd name="T48" fmla="*/ 316 w 822"/>
                <a:gd name="T49" fmla="*/ 1 h 897"/>
                <a:gd name="T50" fmla="*/ 233 w 822"/>
                <a:gd name="T51" fmla="*/ 0 h 897"/>
                <a:gd name="T52" fmla="*/ 2 w 822"/>
                <a:gd name="T53" fmla="*/ 0 h 897"/>
                <a:gd name="T54" fmla="*/ 32 w 822"/>
                <a:gd name="T55" fmla="*/ 33 h 897"/>
                <a:gd name="T56" fmla="*/ 47 w 822"/>
                <a:gd name="T57" fmla="*/ 66 h 897"/>
                <a:gd name="T58" fmla="*/ 56 w 822"/>
                <a:gd name="T59" fmla="*/ 162 h 897"/>
                <a:gd name="T60" fmla="*/ 56 w 822"/>
                <a:gd name="T61" fmla="*/ 750 h 897"/>
                <a:gd name="T62" fmla="*/ 46 w 822"/>
                <a:gd name="T63" fmla="*/ 837 h 897"/>
                <a:gd name="T64" fmla="*/ 31 w 822"/>
                <a:gd name="T65" fmla="*/ 865 h 897"/>
                <a:gd name="T66" fmla="*/ 0 w 822"/>
                <a:gd name="T67" fmla="*/ 897 h 897"/>
                <a:gd name="T68" fmla="*/ 285 w 822"/>
                <a:gd name="T69" fmla="*/ 897 h 897"/>
                <a:gd name="T70" fmla="*/ 261 w 822"/>
                <a:gd name="T71" fmla="*/ 867 h 897"/>
                <a:gd name="T72" fmla="*/ 245 w 822"/>
                <a:gd name="T73" fmla="*/ 840 h 897"/>
                <a:gd name="T74" fmla="*/ 234 w 822"/>
                <a:gd name="T75" fmla="*/ 757 h 897"/>
                <a:gd name="T76" fmla="*/ 233 w 822"/>
                <a:gd name="T77" fmla="*/ 712 h 897"/>
                <a:gd name="T78" fmla="*/ 233 w 822"/>
                <a:gd name="T79" fmla="*/ 510 h 897"/>
                <a:gd name="T80" fmla="*/ 400 w 822"/>
                <a:gd name="T81" fmla="*/ 710 h 897"/>
                <a:gd name="T82" fmla="*/ 437 w 822"/>
                <a:gd name="T83" fmla="*/ 753 h 897"/>
                <a:gd name="T84" fmla="*/ 481 w 822"/>
                <a:gd name="T85" fmla="*/ 801 h 897"/>
                <a:gd name="T86" fmla="*/ 573 w 822"/>
                <a:gd name="T87" fmla="*/ 875 h 897"/>
                <a:gd name="T88" fmla="*/ 662 w 822"/>
                <a:gd name="T89" fmla="*/ 896 h 897"/>
                <a:gd name="T90" fmla="*/ 709 w 822"/>
                <a:gd name="T91" fmla="*/ 897 h 897"/>
                <a:gd name="T92" fmla="*/ 822 w 822"/>
                <a:gd name="T93" fmla="*/ 897 h 897"/>
                <a:gd name="T94" fmla="*/ 789 w 822"/>
                <a:gd name="T95" fmla="*/ 870 h 897"/>
                <a:gd name="T96" fmla="*/ 750 w 822"/>
                <a:gd name="T97" fmla="*/ 83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2" h="897">
                  <a:moveTo>
                    <a:pt x="408" y="395"/>
                  </a:moveTo>
                  <a:lnTo>
                    <a:pt x="408" y="395"/>
                  </a:lnTo>
                  <a:cubicBezTo>
                    <a:pt x="376" y="413"/>
                    <a:pt x="343" y="424"/>
                    <a:pt x="295" y="431"/>
                  </a:cubicBezTo>
                  <a:cubicBezTo>
                    <a:pt x="277" y="434"/>
                    <a:pt x="261" y="435"/>
                    <a:pt x="248" y="435"/>
                  </a:cubicBezTo>
                  <a:cubicBezTo>
                    <a:pt x="243" y="435"/>
                    <a:pt x="240" y="435"/>
                    <a:pt x="233" y="435"/>
                  </a:cubicBezTo>
                  <a:lnTo>
                    <a:pt x="233" y="103"/>
                  </a:lnTo>
                  <a:cubicBezTo>
                    <a:pt x="245" y="102"/>
                    <a:pt x="249" y="102"/>
                    <a:pt x="257" y="102"/>
                  </a:cubicBezTo>
                  <a:cubicBezTo>
                    <a:pt x="301" y="102"/>
                    <a:pt x="344" y="107"/>
                    <a:pt x="378" y="117"/>
                  </a:cubicBezTo>
                  <a:cubicBezTo>
                    <a:pt x="400" y="123"/>
                    <a:pt x="421" y="135"/>
                    <a:pt x="439" y="149"/>
                  </a:cubicBezTo>
                  <a:cubicBezTo>
                    <a:pt x="469" y="175"/>
                    <a:pt x="485" y="213"/>
                    <a:pt x="485" y="260"/>
                  </a:cubicBezTo>
                  <a:cubicBezTo>
                    <a:pt x="485" y="300"/>
                    <a:pt x="473" y="335"/>
                    <a:pt x="450" y="361"/>
                  </a:cubicBezTo>
                  <a:cubicBezTo>
                    <a:pt x="439" y="373"/>
                    <a:pt x="425" y="385"/>
                    <a:pt x="408" y="395"/>
                  </a:cubicBezTo>
                  <a:lnTo>
                    <a:pt x="408" y="395"/>
                  </a:lnTo>
                  <a:close/>
                  <a:moveTo>
                    <a:pt x="750" y="835"/>
                  </a:moveTo>
                  <a:lnTo>
                    <a:pt x="750" y="835"/>
                  </a:lnTo>
                  <a:cubicBezTo>
                    <a:pt x="719" y="804"/>
                    <a:pt x="691" y="776"/>
                    <a:pt x="649" y="730"/>
                  </a:cubicBezTo>
                  <a:cubicBezTo>
                    <a:pt x="622" y="702"/>
                    <a:pt x="600" y="677"/>
                    <a:pt x="583" y="657"/>
                  </a:cubicBezTo>
                  <a:lnTo>
                    <a:pt x="444" y="493"/>
                  </a:lnTo>
                  <a:cubicBezTo>
                    <a:pt x="461" y="488"/>
                    <a:pt x="468" y="486"/>
                    <a:pt x="484" y="480"/>
                  </a:cubicBezTo>
                  <a:cubicBezTo>
                    <a:pt x="529" y="462"/>
                    <a:pt x="563" y="442"/>
                    <a:pt x="594" y="416"/>
                  </a:cubicBezTo>
                  <a:cubicBezTo>
                    <a:pt x="630" y="386"/>
                    <a:pt x="652" y="354"/>
                    <a:pt x="665" y="313"/>
                  </a:cubicBezTo>
                  <a:cubicBezTo>
                    <a:pt x="673" y="291"/>
                    <a:pt x="676" y="267"/>
                    <a:pt x="676" y="244"/>
                  </a:cubicBezTo>
                  <a:cubicBezTo>
                    <a:pt x="676" y="189"/>
                    <a:pt x="656" y="139"/>
                    <a:pt x="615" y="97"/>
                  </a:cubicBezTo>
                  <a:cubicBezTo>
                    <a:pt x="579" y="58"/>
                    <a:pt x="527" y="30"/>
                    <a:pt x="470" y="16"/>
                  </a:cubicBezTo>
                  <a:cubicBezTo>
                    <a:pt x="429" y="7"/>
                    <a:pt x="388" y="2"/>
                    <a:pt x="316" y="1"/>
                  </a:cubicBezTo>
                  <a:cubicBezTo>
                    <a:pt x="289" y="0"/>
                    <a:pt x="262" y="0"/>
                    <a:pt x="233" y="0"/>
                  </a:cubicBezTo>
                  <a:lnTo>
                    <a:pt x="2" y="0"/>
                  </a:lnTo>
                  <a:cubicBezTo>
                    <a:pt x="17" y="14"/>
                    <a:pt x="23" y="20"/>
                    <a:pt x="32" y="33"/>
                  </a:cubicBezTo>
                  <a:cubicBezTo>
                    <a:pt x="38" y="44"/>
                    <a:pt x="44" y="55"/>
                    <a:pt x="47" y="66"/>
                  </a:cubicBezTo>
                  <a:cubicBezTo>
                    <a:pt x="53" y="86"/>
                    <a:pt x="56" y="114"/>
                    <a:pt x="56" y="162"/>
                  </a:cubicBezTo>
                  <a:lnTo>
                    <a:pt x="56" y="750"/>
                  </a:lnTo>
                  <a:cubicBezTo>
                    <a:pt x="56" y="793"/>
                    <a:pt x="53" y="817"/>
                    <a:pt x="46" y="837"/>
                  </a:cubicBezTo>
                  <a:cubicBezTo>
                    <a:pt x="42" y="847"/>
                    <a:pt x="37" y="857"/>
                    <a:pt x="31" y="865"/>
                  </a:cubicBezTo>
                  <a:cubicBezTo>
                    <a:pt x="22" y="876"/>
                    <a:pt x="17" y="882"/>
                    <a:pt x="0" y="897"/>
                  </a:cubicBezTo>
                  <a:lnTo>
                    <a:pt x="285" y="897"/>
                  </a:lnTo>
                  <a:cubicBezTo>
                    <a:pt x="273" y="883"/>
                    <a:pt x="269" y="878"/>
                    <a:pt x="261" y="867"/>
                  </a:cubicBezTo>
                  <a:cubicBezTo>
                    <a:pt x="254" y="859"/>
                    <a:pt x="249" y="850"/>
                    <a:pt x="245" y="840"/>
                  </a:cubicBezTo>
                  <a:cubicBezTo>
                    <a:pt x="238" y="820"/>
                    <a:pt x="234" y="799"/>
                    <a:pt x="234" y="757"/>
                  </a:cubicBezTo>
                  <a:cubicBezTo>
                    <a:pt x="234" y="744"/>
                    <a:pt x="233" y="729"/>
                    <a:pt x="233" y="712"/>
                  </a:cubicBezTo>
                  <a:lnTo>
                    <a:pt x="233" y="510"/>
                  </a:lnTo>
                  <a:lnTo>
                    <a:pt x="400" y="710"/>
                  </a:lnTo>
                  <a:cubicBezTo>
                    <a:pt x="407" y="719"/>
                    <a:pt x="420" y="734"/>
                    <a:pt x="437" y="753"/>
                  </a:cubicBezTo>
                  <a:cubicBezTo>
                    <a:pt x="456" y="775"/>
                    <a:pt x="471" y="791"/>
                    <a:pt x="481" y="801"/>
                  </a:cubicBezTo>
                  <a:cubicBezTo>
                    <a:pt x="513" y="835"/>
                    <a:pt x="543" y="859"/>
                    <a:pt x="573" y="875"/>
                  </a:cubicBezTo>
                  <a:cubicBezTo>
                    <a:pt x="599" y="889"/>
                    <a:pt x="624" y="895"/>
                    <a:pt x="662" y="896"/>
                  </a:cubicBezTo>
                  <a:cubicBezTo>
                    <a:pt x="677" y="897"/>
                    <a:pt x="693" y="897"/>
                    <a:pt x="709" y="897"/>
                  </a:cubicBezTo>
                  <a:lnTo>
                    <a:pt x="822" y="897"/>
                  </a:lnTo>
                  <a:cubicBezTo>
                    <a:pt x="807" y="885"/>
                    <a:pt x="800" y="880"/>
                    <a:pt x="789" y="870"/>
                  </a:cubicBezTo>
                  <a:cubicBezTo>
                    <a:pt x="777" y="859"/>
                    <a:pt x="764" y="848"/>
                    <a:pt x="750" y="83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8F7E1E6A-8D31-44CE-B151-393C50EC24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9" y="195"/>
              <a:ext cx="68" cy="84"/>
            </a:xfrm>
            <a:custGeom>
              <a:avLst/>
              <a:gdLst>
                <a:gd name="T0" fmla="*/ 668 w 765"/>
                <a:gd name="T1" fmla="*/ 790 h 944"/>
                <a:gd name="T2" fmla="*/ 668 w 765"/>
                <a:gd name="T3" fmla="*/ 790 h 944"/>
                <a:gd name="T4" fmla="*/ 512 w 765"/>
                <a:gd name="T5" fmla="*/ 823 h 944"/>
                <a:gd name="T6" fmla="*/ 281 w 765"/>
                <a:gd name="T7" fmla="*/ 727 h 944"/>
                <a:gd name="T8" fmla="*/ 191 w 765"/>
                <a:gd name="T9" fmla="*/ 478 h 944"/>
                <a:gd name="T10" fmla="*/ 272 w 765"/>
                <a:gd name="T11" fmla="*/ 236 h 944"/>
                <a:gd name="T12" fmla="*/ 354 w 765"/>
                <a:gd name="T13" fmla="*/ 170 h 944"/>
                <a:gd name="T14" fmla="*/ 527 w 765"/>
                <a:gd name="T15" fmla="*/ 126 h 944"/>
                <a:gd name="T16" fmla="*/ 688 w 765"/>
                <a:gd name="T17" fmla="*/ 159 h 944"/>
                <a:gd name="T18" fmla="*/ 762 w 765"/>
                <a:gd name="T19" fmla="*/ 199 h 944"/>
                <a:gd name="T20" fmla="*/ 762 w 765"/>
                <a:gd name="T21" fmla="*/ 31 h 944"/>
                <a:gd name="T22" fmla="*/ 708 w 765"/>
                <a:gd name="T23" fmla="*/ 16 h 944"/>
                <a:gd name="T24" fmla="*/ 550 w 765"/>
                <a:gd name="T25" fmla="*/ 0 h 944"/>
                <a:gd name="T26" fmla="*/ 294 w 765"/>
                <a:gd name="T27" fmla="*/ 48 h 944"/>
                <a:gd name="T28" fmla="*/ 171 w 765"/>
                <a:gd name="T29" fmla="*/ 121 h 944"/>
                <a:gd name="T30" fmla="*/ 0 w 765"/>
                <a:gd name="T31" fmla="*/ 488 h 944"/>
                <a:gd name="T32" fmla="*/ 164 w 765"/>
                <a:gd name="T33" fmla="*/ 840 h 944"/>
                <a:gd name="T34" fmla="*/ 499 w 765"/>
                <a:gd name="T35" fmla="*/ 944 h 944"/>
                <a:gd name="T36" fmla="*/ 751 w 765"/>
                <a:gd name="T37" fmla="*/ 904 h 944"/>
                <a:gd name="T38" fmla="*/ 765 w 765"/>
                <a:gd name="T39" fmla="*/ 899 h 944"/>
                <a:gd name="T40" fmla="*/ 765 w 765"/>
                <a:gd name="T41" fmla="*/ 736 h 944"/>
                <a:gd name="T42" fmla="*/ 724 w 765"/>
                <a:gd name="T43" fmla="*/ 763 h 944"/>
                <a:gd name="T44" fmla="*/ 668 w 765"/>
                <a:gd name="T45" fmla="*/ 790 h 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65" h="944">
                  <a:moveTo>
                    <a:pt x="668" y="790"/>
                  </a:moveTo>
                  <a:lnTo>
                    <a:pt x="668" y="790"/>
                  </a:lnTo>
                  <a:cubicBezTo>
                    <a:pt x="614" y="813"/>
                    <a:pt x="565" y="823"/>
                    <a:pt x="512" y="823"/>
                  </a:cubicBezTo>
                  <a:cubicBezTo>
                    <a:pt x="419" y="823"/>
                    <a:pt x="340" y="790"/>
                    <a:pt x="281" y="727"/>
                  </a:cubicBezTo>
                  <a:cubicBezTo>
                    <a:pt x="222" y="664"/>
                    <a:pt x="191" y="577"/>
                    <a:pt x="191" y="478"/>
                  </a:cubicBezTo>
                  <a:cubicBezTo>
                    <a:pt x="191" y="384"/>
                    <a:pt x="220" y="297"/>
                    <a:pt x="272" y="236"/>
                  </a:cubicBezTo>
                  <a:cubicBezTo>
                    <a:pt x="295" y="210"/>
                    <a:pt x="322" y="187"/>
                    <a:pt x="354" y="170"/>
                  </a:cubicBezTo>
                  <a:cubicBezTo>
                    <a:pt x="404" y="141"/>
                    <a:pt x="463" y="126"/>
                    <a:pt x="527" y="126"/>
                  </a:cubicBezTo>
                  <a:cubicBezTo>
                    <a:pt x="582" y="126"/>
                    <a:pt x="635" y="137"/>
                    <a:pt x="688" y="159"/>
                  </a:cubicBezTo>
                  <a:cubicBezTo>
                    <a:pt x="722" y="172"/>
                    <a:pt x="734" y="179"/>
                    <a:pt x="762" y="199"/>
                  </a:cubicBezTo>
                  <a:lnTo>
                    <a:pt x="762" y="31"/>
                  </a:lnTo>
                  <a:cubicBezTo>
                    <a:pt x="740" y="24"/>
                    <a:pt x="731" y="21"/>
                    <a:pt x="708" y="16"/>
                  </a:cubicBezTo>
                  <a:cubicBezTo>
                    <a:pt x="656" y="5"/>
                    <a:pt x="606" y="0"/>
                    <a:pt x="550" y="0"/>
                  </a:cubicBezTo>
                  <a:cubicBezTo>
                    <a:pt x="453" y="0"/>
                    <a:pt x="370" y="16"/>
                    <a:pt x="294" y="48"/>
                  </a:cubicBezTo>
                  <a:cubicBezTo>
                    <a:pt x="249" y="67"/>
                    <a:pt x="207" y="91"/>
                    <a:pt x="171" y="121"/>
                  </a:cubicBezTo>
                  <a:cubicBezTo>
                    <a:pt x="60" y="210"/>
                    <a:pt x="0" y="339"/>
                    <a:pt x="0" y="488"/>
                  </a:cubicBezTo>
                  <a:cubicBezTo>
                    <a:pt x="0" y="632"/>
                    <a:pt x="58" y="756"/>
                    <a:pt x="164" y="840"/>
                  </a:cubicBezTo>
                  <a:cubicBezTo>
                    <a:pt x="251" y="909"/>
                    <a:pt x="364" y="944"/>
                    <a:pt x="499" y="944"/>
                  </a:cubicBezTo>
                  <a:cubicBezTo>
                    <a:pt x="583" y="944"/>
                    <a:pt x="662" y="931"/>
                    <a:pt x="751" y="904"/>
                  </a:cubicBezTo>
                  <a:cubicBezTo>
                    <a:pt x="754" y="903"/>
                    <a:pt x="759" y="901"/>
                    <a:pt x="765" y="899"/>
                  </a:cubicBezTo>
                  <a:lnTo>
                    <a:pt x="765" y="736"/>
                  </a:lnTo>
                  <a:cubicBezTo>
                    <a:pt x="744" y="750"/>
                    <a:pt x="736" y="755"/>
                    <a:pt x="724" y="763"/>
                  </a:cubicBezTo>
                  <a:cubicBezTo>
                    <a:pt x="706" y="773"/>
                    <a:pt x="688" y="782"/>
                    <a:pt x="668" y="79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8A663121-9D03-4792-9E15-3604DB5163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1" y="197"/>
              <a:ext cx="78" cy="83"/>
            </a:xfrm>
            <a:custGeom>
              <a:avLst/>
              <a:gdLst>
                <a:gd name="T0" fmla="*/ 631 w 885"/>
                <a:gd name="T1" fmla="*/ 34 h 927"/>
                <a:gd name="T2" fmla="*/ 631 w 885"/>
                <a:gd name="T3" fmla="*/ 34 h 927"/>
                <a:gd name="T4" fmla="*/ 644 w 885"/>
                <a:gd name="T5" fmla="*/ 65 h 927"/>
                <a:gd name="T6" fmla="*/ 652 w 885"/>
                <a:gd name="T7" fmla="*/ 159 h 927"/>
                <a:gd name="T8" fmla="*/ 652 w 885"/>
                <a:gd name="T9" fmla="*/ 500 h 927"/>
                <a:gd name="T10" fmla="*/ 645 w 885"/>
                <a:gd name="T11" fmla="*/ 652 h 927"/>
                <a:gd name="T12" fmla="*/ 621 w 885"/>
                <a:gd name="T13" fmla="*/ 718 h 927"/>
                <a:gd name="T14" fmla="*/ 511 w 885"/>
                <a:gd name="T15" fmla="*/ 795 h 927"/>
                <a:gd name="T16" fmla="*/ 448 w 885"/>
                <a:gd name="T17" fmla="*/ 802 h 927"/>
                <a:gd name="T18" fmla="*/ 272 w 885"/>
                <a:gd name="T19" fmla="*/ 726 h 927"/>
                <a:gd name="T20" fmla="*/ 240 w 885"/>
                <a:gd name="T21" fmla="*/ 562 h 927"/>
                <a:gd name="T22" fmla="*/ 239 w 885"/>
                <a:gd name="T23" fmla="*/ 488 h 927"/>
                <a:gd name="T24" fmla="*/ 239 w 885"/>
                <a:gd name="T25" fmla="*/ 218 h 927"/>
                <a:gd name="T26" fmla="*/ 241 w 885"/>
                <a:gd name="T27" fmla="*/ 114 h 927"/>
                <a:gd name="T28" fmla="*/ 248 w 885"/>
                <a:gd name="T29" fmla="*/ 73 h 927"/>
                <a:gd name="T30" fmla="*/ 284 w 885"/>
                <a:gd name="T31" fmla="*/ 8 h 927"/>
                <a:gd name="T32" fmla="*/ 291 w 885"/>
                <a:gd name="T33" fmla="*/ 0 h 927"/>
                <a:gd name="T34" fmla="*/ 0 w 885"/>
                <a:gd name="T35" fmla="*/ 0 h 927"/>
                <a:gd name="T36" fmla="*/ 32 w 885"/>
                <a:gd name="T37" fmla="*/ 36 h 927"/>
                <a:gd name="T38" fmla="*/ 45 w 885"/>
                <a:gd name="T39" fmla="*/ 67 h 927"/>
                <a:gd name="T40" fmla="*/ 51 w 885"/>
                <a:gd name="T41" fmla="*/ 109 h 927"/>
                <a:gd name="T42" fmla="*/ 51 w 885"/>
                <a:gd name="T43" fmla="*/ 164 h 927"/>
                <a:gd name="T44" fmla="*/ 52 w 885"/>
                <a:gd name="T45" fmla="*/ 216 h 927"/>
                <a:gd name="T46" fmla="*/ 52 w 885"/>
                <a:gd name="T47" fmla="*/ 473 h 927"/>
                <a:gd name="T48" fmla="*/ 55 w 885"/>
                <a:gd name="T49" fmla="*/ 631 h 927"/>
                <a:gd name="T50" fmla="*/ 118 w 885"/>
                <a:gd name="T51" fmla="*/ 796 h 927"/>
                <a:gd name="T52" fmla="*/ 435 w 885"/>
                <a:gd name="T53" fmla="*/ 927 h 927"/>
                <a:gd name="T54" fmla="*/ 615 w 885"/>
                <a:gd name="T55" fmla="*/ 898 h 927"/>
                <a:gd name="T56" fmla="*/ 748 w 885"/>
                <a:gd name="T57" fmla="*/ 809 h 927"/>
                <a:gd name="T58" fmla="*/ 821 w 885"/>
                <a:gd name="T59" fmla="*/ 635 h 927"/>
                <a:gd name="T60" fmla="*/ 827 w 885"/>
                <a:gd name="T61" fmla="*/ 475 h 927"/>
                <a:gd name="T62" fmla="*/ 827 w 885"/>
                <a:gd name="T63" fmla="*/ 217 h 927"/>
                <a:gd name="T64" fmla="*/ 826 w 885"/>
                <a:gd name="T65" fmla="*/ 165 h 927"/>
                <a:gd name="T66" fmla="*/ 826 w 885"/>
                <a:gd name="T67" fmla="*/ 155 h 927"/>
                <a:gd name="T68" fmla="*/ 834 w 885"/>
                <a:gd name="T69" fmla="*/ 73 h 927"/>
                <a:gd name="T70" fmla="*/ 849 w 885"/>
                <a:gd name="T71" fmla="*/ 37 h 927"/>
                <a:gd name="T72" fmla="*/ 885 w 885"/>
                <a:gd name="T73" fmla="*/ 0 h 927"/>
                <a:gd name="T74" fmla="*/ 599 w 885"/>
                <a:gd name="T75" fmla="*/ 0 h 927"/>
                <a:gd name="T76" fmla="*/ 631 w 885"/>
                <a:gd name="T77" fmla="*/ 34 h 9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85" h="927">
                  <a:moveTo>
                    <a:pt x="631" y="34"/>
                  </a:moveTo>
                  <a:lnTo>
                    <a:pt x="631" y="34"/>
                  </a:lnTo>
                  <a:cubicBezTo>
                    <a:pt x="637" y="44"/>
                    <a:pt x="641" y="54"/>
                    <a:pt x="644" y="65"/>
                  </a:cubicBezTo>
                  <a:cubicBezTo>
                    <a:pt x="650" y="87"/>
                    <a:pt x="652" y="108"/>
                    <a:pt x="652" y="159"/>
                  </a:cubicBezTo>
                  <a:lnTo>
                    <a:pt x="652" y="500"/>
                  </a:lnTo>
                  <a:cubicBezTo>
                    <a:pt x="652" y="573"/>
                    <a:pt x="650" y="617"/>
                    <a:pt x="645" y="652"/>
                  </a:cubicBezTo>
                  <a:cubicBezTo>
                    <a:pt x="641" y="676"/>
                    <a:pt x="633" y="698"/>
                    <a:pt x="621" y="718"/>
                  </a:cubicBezTo>
                  <a:cubicBezTo>
                    <a:pt x="600" y="755"/>
                    <a:pt x="559" y="783"/>
                    <a:pt x="511" y="795"/>
                  </a:cubicBezTo>
                  <a:cubicBezTo>
                    <a:pt x="492" y="800"/>
                    <a:pt x="470" y="802"/>
                    <a:pt x="448" y="802"/>
                  </a:cubicBezTo>
                  <a:cubicBezTo>
                    <a:pt x="371" y="802"/>
                    <a:pt x="304" y="773"/>
                    <a:pt x="272" y="726"/>
                  </a:cubicBezTo>
                  <a:cubicBezTo>
                    <a:pt x="248" y="690"/>
                    <a:pt x="241" y="655"/>
                    <a:pt x="240" y="562"/>
                  </a:cubicBezTo>
                  <a:lnTo>
                    <a:pt x="239" y="488"/>
                  </a:lnTo>
                  <a:lnTo>
                    <a:pt x="239" y="218"/>
                  </a:lnTo>
                  <a:cubicBezTo>
                    <a:pt x="239" y="166"/>
                    <a:pt x="239" y="141"/>
                    <a:pt x="241" y="114"/>
                  </a:cubicBezTo>
                  <a:cubicBezTo>
                    <a:pt x="242" y="98"/>
                    <a:pt x="244" y="84"/>
                    <a:pt x="248" y="73"/>
                  </a:cubicBezTo>
                  <a:cubicBezTo>
                    <a:pt x="254" y="52"/>
                    <a:pt x="269" y="25"/>
                    <a:pt x="284" y="8"/>
                  </a:cubicBezTo>
                  <a:cubicBezTo>
                    <a:pt x="286" y="6"/>
                    <a:pt x="288" y="3"/>
                    <a:pt x="291" y="0"/>
                  </a:cubicBezTo>
                  <a:lnTo>
                    <a:pt x="0" y="0"/>
                  </a:lnTo>
                  <a:cubicBezTo>
                    <a:pt x="18" y="15"/>
                    <a:pt x="23" y="21"/>
                    <a:pt x="32" y="36"/>
                  </a:cubicBezTo>
                  <a:cubicBezTo>
                    <a:pt x="38" y="46"/>
                    <a:pt x="42" y="56"/>
                    <a:pt x="45" y="67"/>
                  </a:cubicBezTo>
                  <a:cubicBezTo>
                    <a:pt x="48" y="81"/>
                    <a:pt x="51" y="95"/>
                    <a:pt x="51" y="109"/>
                  </a:cubicBezTo>
                  <a:cubicBezTo>
                    <a:pt x="51" y="117"/>
                    <a:pt x="51" y="136"/>
                    <a:pt x="51" y="164"/>
                  </a:cubicBezTo>
                  <a:lnTo>
                    <a:pt x="52" y="216"/>
                  </a:lnTo>
                  <a:lnTo>
                    <a:pt x="52" y="473"/>
                  </a:lnTo>
                  <a:cubicBezTo>
                    <a:pt x="52" y="569"/>
                    <a:pt x="52" y="593"/>
                    <a:pt x="55" y="631"/>
                  </a:cubicBezTo>
                  <a:cubicBezTo>
                    <a:pt x="61" y="697"/>
                    <a:pt x="80" y="749"/>
                    <a:pt x="118" y="796"/>
                  </a:cubicBezTo>
                  <a:cubicBezTo>
                    <a:pt x="186" y="882"/>
                    <a:pt x="295" y="927"/>
                    <a:pt x="435" y="927"/>
                  </a:cubicBezTo>
                  <a:cubicBezTo>
                    <a:pt x="501" y="927"/>
                    <a:pt x="566" y="916"/>
                    <a:pt x="615" y="898"/>
                  </a:cubicBezTo>
                  <a:cubicBezTo>
                    <a:pt x="667" y="879"/>
                    <a:pt x="714" y="847"/>
                    <a:pt x="748" y="809"/>
                  </a:cubicBezTo>
                  <a:cubicBezTo>
                    <a:pt x="790" y="763"/>
                    <a:pt x="814" y="705"/>
                    <a:pt x="821" y="635"/>
                  </a:cubicBezTo>
                  <a:cubicBezTo>
                    <a:pt x="825" y="594"/>
                    <a:pt x="827" y="545"/>
                    <a:pt x="827" y="475"/>
                  </a:cubicBezTo>
                  <a:lnTo>
                    <a:pt x="827" y="217"/>
                  </a:lnTo>
                  <a:lnTo>
                    <a:pt x="826" y="165"/>
                  </a:lnTo>
                  <a:lnTo>
                    <a:pt x="826" y="155"/>
                  </a:lnTo>
                  <a:cubicBezTo>
                    <a:pt x="826" y="117"/>
                    <a:pt x="828" y="94"/>
                    <a:pt x="834" y="73"/>
                  </a:cubicBezTo>
                  <a:cubicBezTo>
                    <a:pt x="837" y="61"/>
                    <a:pt x="842" y="48"/>
                    <a:pt x="849" y="37"/>
                  </a:cubicBezTo>
                  <a:cubicBezTo>
                    <a:pt x="859" y="22"/>
                    <a:pt x="866" y="15"/>
                    <a:pt x="885" y="0"/>
                  </a:cubicBezTo>
                  <a:lnTo>
                    <a:pt x="599" y="0"/>
                  </a:lnTo>
                  <a:cubicBezTo>
                    <a:pt x="616" y="13"/>
                    <a:pt x="622" y="20"/>
                    <a:pt x="631" y="3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8F41DCD4-C02C-47BC-ADC0-2D3D5527D21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1" y="197"/>
              <a:ext cx="77" cy="80"/>
            </a:xfrm>
            <a:custGeom>
              <a:avLst/>
              <a:gdLst>
                <a:gd name="T0" fmla="*/ 654 w 865"/>
                <a:gd name="T1" fmla="*/ 771 h 897"/>
                <a:gd name="T2" fmla="*/ 654 w 865"/>
                <a:gd name="T3" fmla="*/ 771 h 897"/>
                <a:gd name="T4" fmla="*/ 513 w 865"/>
                <a:gd name="T5" fmla="*/ 783 h 897"/>
                <a:gd name="T6" fmla="*/ 442 w 865"/>
                <a:gd name="T7" fmla="*/ 784 h 897"/>
                <a:gd name="T8" fmla="*/ 304 w 865"/>
                <a:gd name="T9" fmla="*/ 784 h 897"/>
                <a:gd name="T10" fmla="*/ 848 w 865"/>
                <a:gd name="T11" fmla="*/ 0 h 897"/>
                <a:gd name="T12" fmla="*/ 143 w 865"/>
                <a:gd name="T13" fmla="*/ 0 h 897"/>
                <a:gd name="T14" fmla="*/ 56 w 865"/>
                <a:gd name="T15" fmla="*/ 191 h 897"/>
                <a:gd name="T16" fmla="*/ 121 w 865"/>
                <a:gd name="T17" fmla="*/ 160 h 897"/>
                <a:gd name="T18" fmla="*/ 248 w 865"/>
                <a:gd name="T19" fmla="*/ 124 h 897"/>
                <a:gd name="T20" fmla="*/ 375 w 865"/>
                <a:gd name="T21" fmla="*/ 113 h 897"/>
                <a:gd name="T22" fmla="*/ 444 w 865"/>
                <a:gd name="T23" fmla="*/ 112 h 897"/>
                <a:gd name="T24" fmla="*/ 549 w 865"/>
                <a:gd name="T25" fmla="*/ 112 h 897"/>
                <a:gd name="T26" fmla="*/ 0 w 865"/>
                <a:gd name="T27" fmla="*/ 897 h 897"/>
                <a:gd name="T28" fmla="*/ 776 w 865"/>
                <a:gd name="T29" fmla="*/ 897 h 897"/>
                <a:gd name="T30" fmla="*/ 865 w 865"/>
                <a:gd name="T31" fmla="*/ 692 h 897"/>
                <a:gd name="T32" fmla="*/ 800 w 865"/>
                <a:gd name="T33" fmla="*/ 727 h 897"/>
                <a:gd name="T34" fmla="*/ 654 w 865"/>
                <a:gd name="T35" fmla="*/ 771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65" h="897">
                  <a:moveTo>
                    <a:pt x="654" y="771"/>
                  </a:moveTo>
                  <a:lnTo>
                    <a:pt x="654" y="771"/>
                  </a:lnTo>
                  <a:cubicBezTo>
                    <a:pt x="614" y="778"/>
                    <a:pt x="569" y="782"/>
                    <a:pt x="513" y="783"/>
                  </a:cubicBezTo>
                  <a:cubicBezTo>
                    <a:pt x="495" y="784"/>
                    <a:pt x="471" y="784"/>
                    <a:pt x="442" y="784"/>
                  </a:cubicBezTo>
                  <a:lnTo>
                    <a:pt x="304" y="784"/>
                  </a:lnTo>
                  <a:lnTo>
                    <a:pt x="848" y="0"/>
                  </a:lnTo>
                  <a:lnTo>
                    <a:pt x="143" y="0"/>
                  </a:lnTo>
                  <a:lnTo>
                    <a:pt x="56" y="191"/>
                  </a:lnTo>
                  <a:cubicBezTo>
                    <a:pt x="85" y="176"/>
                    <a:pt x="96" y="170"/>
                    <a:pt x="121" y="160"/>
                  </a:cubicBezTo>
                  <a:cubicBezTo>
                    <a:pt x="162" y="144"/>
                    <a:pt x="206" y="132"/>
                    <a:pt x="248" y="124"/>
                  </a:cubicBezTo>
                  <a:cubicBezTo>
                    <a:pt x="285" y="118"/>
                    <a:pt x="319" y="115"/>
                    <a:pt x="375" y="113"/>
                  </a:cubicBezTo>
                  <a:cubicBezTo>
                    <a:pt x="400" y="112"/>
                    <a:pt x="423" y="112"/>
                    <a:pt x="444" y="112"/>
                  </a:cubicBezTo>
                  <a:lnTo>
                    <a:pt x="549" y="112"/>
                  </a:lnTo>
                  <a:lnTo>
                    <a:pt x="0" y="897"/>
                  </a:lnTo>
                  <a:lnTo>
                    <a:pt x="776" y="897"/>
                  </a:lnTo>
                  <a:lnTo>
                    <a:pt x="865" y="692"/>
                  </a:lnTo>
                  <a:cubicBezTo>
                    <a:pt x="834" y="710"/>
                    <a:pt x="823" y="716"/>
                    <a:pt x="800" y="727"/>
                  </a:cubicBezTo>
                  <a:cubicBezTo>
                    <a:pt x="754" y="747"/>
                    <a:pt x="705" y="762"/>
                    <a:pt x="654" y="77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2" name="Freeform 12">
              <a:extLst>
                <a:ext uri="{FF2B5EF4-FFF2-40B4-BE49-F238E27FC236}">
                  <a16:creationId xmlns:a16="http://schemas.microsoft.com/office/drawing/2014/main" id="{CACF2922-39BE-459D-9CAA-F6C785B3EE6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0" y="167"/>
              <a:ext cx="18" cy="18"/>
            </a:xfrm>
            <a:custGeom>
              <a:avLst/>
              <a:gdLst>
                <a:gd name="T0" fmla="*/ 102 w 203"/>
                <a:gd name="T1" fmla="*/ 189 h 203"/>
                <a:gd name="T2" fmla="*/ 102 w 203"/>
                <a:gd name="T3" fmla="*/ 189 h 203"/>
                <a:gd name="T4" fmla="*/ 17 w 203"/>
                <a:gd name="T5" fmla="*/ 102 h 203"/>
                <a:gd name="T6" fmla="*/ 102 w 203"/>
                <a:gd name="T7" fmla="*/ 15 h 203"/>
                <a:gd name="T8" fmla="*/ 187 w 203"/>
                <a:gd name="T9" fmla="*/ 102 h 203"/>
                <a:gd name="T10" fmla="*/ 102 w 203"/>
                <a:gd name="T11" fmla="*/ 189 h 203"/>
                <a:gd name="T12" fmla="*/ 102 w 203"/>
                <a:gd name="T13" fmla="*/ 189 h 203"/>
                <a:gd name="T14" fmla="*/ 102 w 203"/>
                <a:gd name="T15" fmla="*/ 0 h 203"/>
                <a:gd name="T16" fmla="*/ 102 w 203"/>
                <a:gd name="T17" fmla="*/ 0 h 203"/>
                <a:gd name="T18" fmla="*/ 0 w 203"/>
                <a:gd name="T19" fmla="*/ 102 h 203"/>
                <a:gd name="T20" fmla="*/ 102 w 203"/>
                <a:gd name="T21" fmla="*/ 203 h 203"/>
                <a:gd name="T22" fmla="*/ 203 w 203"/>
                <a:gd name="T23" fmla="*/ 102 h 203"/>
                <a:gd name="T24" fmla="*/ 102 w 203"/>
                <a:gd name="T25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3" h="203">
                  <a:moveTo>
                    <a:pt x="102" y="189"/>
                  </a:moveTo>
                  <a:lnTo>
                    <a:pt x="102" y="189"/>
                  </a:lnTo>
                  <a:cubicBezTo>
                    <a:pt x="54" y="189"/>
                    <a:pt x="17" y="154"/>
                    <a:pt x="17" y="102"/>
                  </a:cubicBezTo>
                  <a:cubicBezTo>
                    <a:pt x="17" y="50"/>
                    <a:pt x="54" y="15"/>
                    <a:pt x="102" y="15"/>
                  </a:cubicBezTo>
                  <a:cubicBezTo>
                    <a:pt x="150" y="15"/>
                    <a:pt x="187" y="50"/>
                    <a:pt x="187" y="102"/>
                  </a:cubicBezTo>
                  <a:cubicBezTo>
                    <a:pt x="187" y="154"/>
                    <a:pt x="150" y="189"/>
                    <a:pt x="102" y="189"/>
                  </a:cubicBezTo>
                  <a:lnTo>
                    <a:pt x="102" y="189"/>
                  </a:lnTo>
                  <a:close/>
                  <a:moveTo>
                    <a:pt x="102" y="0"/>
                  </a:moveTo>
                  <a:lnTo>
                    <a:pt x="102" y="0"/>
                  </a:lnTo>
                  <a:cubicBezTo>
                    <a:pt x="46" y="0"/>
                    <a:pt x="0" y="42"/>
                    <a:pt x="0" y="102"/>
                  </a:cubicBezTo>
                  <a:cubicBezTo>
                    <a:pt x="0" y="162"/>
                    <a:pt x="46" y="203"/>
                    <a:pt x="102" y="203"/>
                  </a:cubicBezTo>
                  <a:cubicBezTo>
                    <a:pt x="158" y="203"/>
                    <a:pt x="203" y="162"/>
                    <a:pt x="203" y="102"/>
                  </a:cubicBezTo>
                  <a:cubicBezTo>
                    <a:pt x="203" y="42"/>
                    <a:pt x="158" y="0"/>
                    <a:pt x="10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6BFE5966-9EDE-4263-B828-6ECA17B3DF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6" y="171"/>
              <a:ext cx="7" cy="9"/>
            </a:xfrm>
            <a:custGeom>
              <a:avLst/>
              <a:gdLst>
                <a:gd name="T0" fmla="*/ 40 w 87"/>
                <a:gd name="T1" fmla="*/ 50 h 107"/>
                <a:gd name="T2" fmla="*/ 40 w 87"/>
                <a:gd name="T3" fmla="*/ 50 h 107"/>
                <a:gd name="T4" fmla="*/ 15 w 87"/>
                <a:gd name="T5" fmla="*/ 50 h 107"/>
                <a:gd name="T6" fmla="*/ 15 w 87"/>
                <a:gd name="T7" fmla="*/ 16 h 107"/>
                <a:gd name="T8" fmla="*/ 38 w 87"/>
                <a:gd name="T9" fmla="*/ 16 h 107"/>
                <a:gd name="T10" fmla="*/ 66 w 87"/>
                <a:gd name="T11" fmla="*/ 33 h 107"/>
                <a:gd name="T12" fmla="*/ 40 w 87"/>
                <a:gd name="T13" fmla="*/ 50 h 107"/>
                <a:gd name="T14" fmla="*/ 40 w 87"/>
                <a:gd name="T15" fmla="*/ 50 h 107"/>
                <a:gd name="T16" fmla="*/ 83 w 87"/>
                <a:gd name="T17" fmla="*/ 33 h 107"/>
                <a:gd name="T18" fmla="*/ 83 w 87"/>
                <a:gd name="T19" fmla="*/ 33 h 107"/>
                <a:gd name="T20" fmla="*/ 32 w 87"/>
                <a:gd name="T21" fmla="*/ 0 h 107"/>
                <a:gd name="T22" fmla="*/ 0 w 87"/>
                <a:gd name="T23" fmla="*/ 0 h 107"/>
                <a:gd name="T24" fmla="*/ 0 w 87"/>
                <a:gd name="T25" fmla="*/ 107 h 107"/>
                <a:gd name="T26" fmla="*/ 15 w 87"/>
                <a:gd name="T27" fmla="*/ 107 h 107"/>
                <a:gd name="T28" fmla="*/ 15 w 87"/>
                <a:gd name="T29" fmla="*/ 66 h 107"/>
                <a:gd name="T30" fmla="*/ 44 w 87"/>
                <a:gd name="T31" fmla="*/ 66 h 107"/>
                <a:gd name="T32" fmla="*/ 46 w 87"/>
                <a:gd name="T33" fmla="*/ 65 h 107"/>
                <a:gd name="T34" fmla="*/ 69 w 87"/>
                <a:gd name="T35" fmla="*/ 107 h 107"/>
                <a:gd name="T36" fmla="*/ 87 w 87"/>
                <a:gd name="T37" fmla="*/ 107 h 107"/>
                <a:gd name="T38" fmla="*/ 62 w 87"/>
                <a:gd name="T39" fmla="*/ 62 h 107"/>
                <a:gd name="T40" fmla="*/ 83 w 87"/>
                <a:gd name="T41" fmla="*/ 3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7" h="107">
                  <a:moveTo>
                    <a:pt x="40" y="50"/>
                  </a:moveTo>
                  <a:lnTo>
                    <a:pt x="40" y="50"/>
                  </a:lnTo>
                  <a:lnTo>
                    <a:pt x="15" y="50"/>
                  </a:lnTo>
                  <a:lnTo>
                    <a:pt x="15" y="16"/>
                  </a:lnTo>
                  <a:lnTo>
                    <a:pt x="38" y="16"/>
                  </a:lnTo>
                  <a:cubicBezTo>
                    <a:pt x="54" y="16"/>
                    <a:pt x="66" y="19"/>
                    <a:pt x="66" y="33"/>
                  </a:cubicBezTo>
                  <a:cubicBezTo>
                    <a:pt x="66" y="45"/>
                    <a:pt x="58" y="50"/>
                    <a:pt x="40" y="50"/>
                  </a:cubicBezTo>
                  <a:lnTo>
                    <a:pt x="40" y="50"/>
                  </a:lnTo>
                  <a:close/>
                  <a:moveTo>
                    <a:pt x="83" y="33"/>
                  </a:moveTo>
                  <a:lnTo>
                    <a:pt x="83" y="33"/>
                  </a:lnTo>
                  <a:cubicBezTo>
                    <a:pt x="83" y="5"/>
                    <a:pt x="64" y="0"/>
                    <a:pt x="32" y="0"/>
                  </a:cubicBezTo>
                  <a:lnTo>
                    <a:pt x="0" y="0"/>
                  </a:lnTo>
                  <a:lnTo>
                    <a:pt x="0" y="107"/>
                  </a:lnTo>
                  <a:lnTo>
                    <a:pt x="15" y="107"/>
                  </a:lnTo>
                  <a:lnTo>
                    <a:pt x="15" y="66"/>
                  </a:lnTo>
                  <a:lnTo>
                    <a:pt x="44" y="66"/>
                  </a:lnTo>
                  <a:cubicBezTo>
                    <a:pt x="45" y="66"/>
                    <a:pt x="46" y="66"/>
                    <a:pt x="46" y="65"/>
                  </a:cubicBezTo>
                  <a:lnTo>
                    <a:pt x="69" y="107"/>
                  </a:lnTo>
                  <a:lnTo>
                    <a:pt x="87" y="107"/>
                  </a:lnTo>
                  <a:lnTo>
                    <a:pt x="62" y="62"/>
                  </a:lnTo>
                  <a:cubicBezTo>
                    <a:pt x="76" y="56"/>
                    <a:pt x="83" y="45"/>
                    <a:pt x="83" y="3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09774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451" y="1205994"/>
            <a:ext cx="11518145" cy="5040145"/>
          </a:xfrm>
        </p:spPr>
        <p:txBody>
          <a:bodyPr/>
          <a:lstStyle>
            <a:lvl1pPr>
              <a:defRPr sz="1800">
                <a:latin typeface="+mn-lt"/>
                <a:cs typeface="Arial" panose="020B0604020202020204" pitchFamily="34" charset="0"/>
              </a:defRPr>
            </a:lvl1pPr>
            <a:lvl2pPr>
              <a:defRPr sz="1600">
                <a:latin typeface="+mn-lt"/>
                <a:cs typeface="Arial" panose="020B0604020202020204" pitchFamily="34" charset="0"/>
              </a:defRPr>
            </a:lvl2pPr>
            <a:lvl3pPr>
              <a:defRPr sz="1400">
                <a:latin typeface="+mn-lt"/>
                <a:cs typeface="Arial" panose="020B0604020202020204" pitchFamily="34" charset="0"/>
              </a:defRPr>
            </a:lvl3pPr>
            <a:lvl4pPr>
              <a:defRPr sz="1200">
                <a:latin typeface="+mn-lt"/>
                <a:cs typeface="Arial" panose="020B0604020202020204" pitchFamily="34" charset="0"/>
              </a:defRPr>
            </a:lvl4pPr>
            <a:lvl5pPr>
              <a:defRPr sz="12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29FBF581-E754-574B-A309-6F2FB382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659" y="260268"/>
            <a:ext cx="9586415" cy="332399"/>
          </a:xfrm>
        </p:spPr>
        <p:txBody>
          <a:bodyPr>
            <a:spAutoFit/>
          </a:bodyPr>
          <a:lstStyle>
            <a:lvl1pPr>
              <a:defRPr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60580A64-4AC1-D547-A7C8-FF2A5434D2C5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52658" y="610597"/>
            <a:ext cx="9586415" cy="33239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 i="0">
                <a:solidFill>
                  <a:srgbClr val="2167AE"/>
                </a:solidFill>
                <a:latin typeface="+mn-lt"/>
                <a:cs typeface="Arial" panose="020B0604020202020204" pitchFamily="34" charset="0"/>
              </a:defRPr>
            </a:lvl1pPr>
            <a:lvl2pPr marL="3428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399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noProof="0" dirty="0"/>
          </a:p>
        </p:txBody>
      </p:sp>
      <p:grpSp>
        <p:nvGrpSpPr>
          <p:cNvPr id="20" name="Group 4">
            <a:extLst>
              <a:ext uri="{FF2B5EF4-FFF2-40B4-BE49-F238E27FC236}">
                <a16:creationId xmlns:a16="http://schemas.microsoft.com/office/drawing/2014/main" id="{94606C33-87B8-4AFF-AF8D-3BA9B6C21CD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178596" y="158751"/>
            <a:ext cx="1773767" cy="683683"/>
            <a:chOff x="79" y="75"/>
            <a:chExt cx="838" cy="323"/>
          </a:xfrm>
          <a:solidFill>
            <a:schemeClr val="accent1"/>
          </a:solidFill>
        </p:grpSpPr>
        <p:sp>
          <p:nvSpPr>
            <p:cNvPr id="23" name="AutoShape 3">
              <a:extLst>
                <a:ext uri="{FF2B5EF4-FFF2-40B4-BE49-F238E27FC236}">
                  <a16:creationId xmlns:a16="http://schemas.microsoft.com/office/drawing/2014/main" id="{D6138836-BE78-42EE-AA1D-2F9DE86593DD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9" y="75"/>
              <a:ext cx="838" cy="3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50A847EF-9D82-48C0-8807-DD2B588CD8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9" y="155"/>
              <a:ext cx="163" cy="164"/>
            </a:xfrm>
            <a:custGeom>
              <a:avLst/>
              <a:gdLst>
                <a:gd name="T0" fmla="*/ 920 w 1841"/>
                <a:gd name="T1" fmla="*/ 0 h 1842"/>
                <a:gd name="T2" fmla="*/ 920 w 1841"/>
                <a:gd name="T3" fmla="*/ 0 h 1842"/>
                <a:gd name="T4" fmla="*/ 0 w 1841"/>
                <a:gd name="T5" fmla="*/ 921 h 1842"/>
                <a:gd name="T6" fmla="*/ 0 w 1841"/>
                <a:gd name="T7" fmla="*/ 921 h 1842"/>
                <a:gd name="T8" fmla="*/ 188 w 1841"/>
                <a:gd name="T9" fmla="*/ 1479 h 1842"/>
                <a:gd name="T10" fmla="*/ 954 w 1841"/>
                <a:gd name="T11" fmla="*/ 473 h 1842"/>
                <a:gd name="T12" fmla="*/ 871 w 1841"/>
                <a:gd name="T13" fmla="*/ 474 h 1842"/>
                <a:gd name="T14" fmla="*/ 790 w 1841"/>
                <a:gd name="T15" fmla="*/ 473 h 1842"/>
                <a:gd name="T16" fmla="*/ 561 w 1841"/>
                <a:gd name="T17" fmla="*/ 491 h 1842"/>
                <a:gd name="T18" fmla="*/ 467 w 1841"/>
                <a:gd name="T19" fmla="*/ 530 h 1842"/>
                <a:gd name="T20" fmla="*/ 374 w 1841"/>
                <a:gd name="T21" fmla="*/ 641 h 1842"/>
                <a:gd name="T22" fmla="*/ 361 w 1841"/>
                <a:gd name="T23" fmla="*/ 665 h 1842"/>
                <a:gd name="T24" fmla="*/ 316 w 1841"/>
                <a:gd name="T25" fmla="*/ 655 h 1842"/>
                <a:gd name="T26" fmla="*/ 392 w 1841"/>
                <a:gd name="T27" fmla="*/ 366 h 1842"/>
                <a:gd name="T28" fmla="*/ 1350 w 1841"/>
                <a:gd name="T29" fmla="*/ 366 h 1842"/>
                <a:gd name="T30" fmla="*/ 588 w 1841"/>
                <a:gd name="T31" fmla="*/ 1385 h 1842"/>
                <a:gd name="T32" fmla="*/ 698 w 1841"/>
                <a:gd name="T33" fmla="*/ 1379 h 1842"/>
                <a:gd name="T34" fmla="*/ 839 w 1841"/>
                <a:gd name="T35" fmla="*/ 1385 h 1842"/>
                <a:gd name="T36" fmla="*/ 974 w 1841"/>
                <a:gd name="T37" fmla="*/ 1393 h 1842"/>
                <a:gd name="T38" fmla="*/ 1095 w 1841"/>
                <a:gd name="T39" fmla="*/ 1397 h 1842"/>
                <a:gd name="T40" fmla="*/ 1255 w 1841"/>
                <a:gd name="T41" fmla="*/ 1378 h 1842"/>
                <a:gd name="T42" fmla="*/ 1354 w 1841"/>
                <a:gd name="T43" fmla="*/ 1331 h 1842"/>
                <a:gd name="T44" fmla="*/ 1491 w 1841"/>
                <a:gd name="T45" fmla="*/ 1175 h 1842"/>
                <a:gd name="T46" fmla="*/ 1504 w 1841"/>
                <a:gd name="T47" fmla="*/ 1147 h 1842"/>
                <a:gd name="T48" fmla="*/ 1545 w 1841"/>
                <a:gd name="T49" fmla="*/ 1158 h 1842"/>
                <a:gd name="T50" fmla="*/ 1505 w 1841"/>
                <a:gd name="T51" fmla="*/ 1273 h 1842"/>
                <a:gd name="T52" fmla="*/ 1354 w 1841"/>
                <a:gd name="T53" fmla="*/ 1472 h 1842"/>
                <a:gd name="T54" fmla="*/ 1131 w 1841"/>
                <a:gd name="T55" fmla="*/ 1546 h 1842"/>
                <a:gd name="T56" fmla="*/ 1118 w 1841"/>
                <a:gd name="T57" fmla="*/ 1546 h 1842"/>
                <a:gd name="T58" fmla="*/ 854 w 1841"/>
                <a:gd name="T59" fmla="*/ 1518 h 1842"/>
                <a:gd name="T60" fmla="*/ 544 w 1841"/>
                <a:gd name="T61" fmla="*/ 1486 h 1842"/>
                <a:gd name="T62" fmla="*/ 394 w 1841"/>
                <a:gd name="T63" fmla="*/ 1498 h 1842"/>
                <a:gd name="T64" fmla="*/ 242 w 1841"/>
                <a:gd name="T65" fmla="*/ 1543 h 1842"/>
                <a:gd name="T66" fmla="*/ 920 w 1841"/>
                <a:gd name="T67" fmla="*/ 1842 h 1842"/>
                <a:gd name="T68" fmla="*/ 1841 w 1841"/>
                <a:gd name="T69" fmla="*/ 921 h 1842"/>
                <a:gd name="T70" fmla="*/ 920 w 1841"/>
                <a:gd name="T71" fmla="*/ 0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41" h="1842">
                  <a:moveTo>
                    <a:pt x="920" y="0"/>
                  </a:moveTo>
                  <a:lnTo>
                    <a:pt x="920" y="0"/>
                  </a:lnTo>
                  <a:cubicBezTo>
                    <a:pt x="412" y="0"/>
                    <a:pt x="0" y="412"/>
                    <a:pt x="0" y="921"/>
                  </a:cubicBezTo>
                  <a:lnTo>
                    <a:pt x="0" y="921"/>
                  </a:lnTo>
                  <a:cubicBezTo>
                    <a:pt x="0" y="1131"/>
                    <a:pt x="70" y="1325"/>
                    <a:pt x="188" y="1479"/>
                  </a:cubicBezTo>
                  <a:lnTo>
                    <a:pt x="954" y="473"/>
                  </a:lnTo>
                  <a:lnTo>
                    <a:pt x="871" y="474"/>
                  </a:lnTo>
                  <a:lnTo>
                    <a:pt x="790" y="473"/>
                  </a:lnTo>
                  <a:cubicBezTo>
                    <a:pt x="702" y="473"/>
                    <a:pt x="620" y="480"/>
                    <a:pt x="561" y="491"/>
                  </a:cubicBezTo>
                  <a:cubicBezTo>
                    <a:pt x="525" y="498"/>
                    <a:pt x="493" y="511"/>
                    <a:pt x="467" y="530"/>
                  </a:cubicBezTo>
                  <a:cubicBezTo>
                    <a:pt x="437" y="551"/>
                    <a:pt x="399" y="596"/>
                    <a:pt x="374" y="641"/>
                  </a:cubicBezTo>
                  <a:cubicBezTo>
                    <a:pt x="371" y="646"/>
                    <a:pt x="367" y="654"/>
                    <a:pt x="361" y="665"/>
                  </a:cubicBezTo>
                  <a:lnTo>
                    <a:pt x="316" y="655"/>
                  </a:lnTo>
                  <a:lnTo>
                    <a:pt x="392" y="366"/>
                  </a:lnTo>
                  <a:lnTo>
                    <a:pt x="1350" y="366"/>
                  </a:lnTo>
                  <a:lnTo>
                    <a:pt x="588" y="1385"/>
                  </a:lnTo>
                  <a:cubicBezTo>
                    <a:pt x="638" y="1380"/>
                    <a:pt x="658" y="1379"/>
                    <a:pt x="698" y="1379"/>
                  </a:cubicBezTo>
                  <a:cubicBezTo>
                    <a:pt x="729" y="1379"/>
                    <a:pt x="776" y="1381"/>
                    <a:pt x="839" y="1385"/>
                  </a:cubicBezTo>
                  <a:lnTo>
                    <a:pt x="974" y="1393"/>
                  </a:lnTo>
                  <a:cubicBezTo>
                    <a:pt x="1023" y="1396"/>
                    <a:pt x="1064" y="1397"/>
                    <a:pt x="1095" y="1397"/>
                  </a:cubicBezTo>
                  <a:cubicBezTo>
                    <a:pt x="1165" y="1397"/>
                    <a:pt x="1210" y="1392"/>
                    <a:pt x="1255" y="1378"/>
                  </a:cubicBezTo>
                  <a:cubicBezTo>
                    <a:pt x="1290" y="1367"/>
                    <a:pt x="1324" y="1351"/>
                    <a:pt x="1354" y="1331"/>
                  </a:cubicBezTo>
                  <a:cubicBezTo>
                    <a:pt x="1408" y="1293"/>
                    <a:pt x="1460" y="1234"/>
                    <a:pt x="1491" y="1175"/>
                  </a:cubicBezTo>
                  <a:cubicBezTo>
                    <a:pt x="1494" y="1169"/>
                    <a:pt x="1499" y="1160"/>
                    <a:pt x="1504" y="1147"/>
                  </a:cubicBezTo>
                  <a:lnTo>
                    <a:pt x="1545" y="1158"/>
                  </a:lnTo>
                  <a:cubicBezTo>
                    <a:pt x="1532" y="1208"/>
                    <a:pt x="1525" y="1228"/>
                    <a:pt x="1505" y="1273"/>
                  </a:cubicBezTo>
                  <a:cubicBezTo>
                    <a:pt x="1464" y="1364"/>
                    <a:pt x="1417" y="1425"/>
                    <a:pt x="1354" y="1472"/>
                  </a:cubicBezTo>
                  <a:cubicBezTo>
                    <a:pt x="1289" y="1521"/>
                    <a:pt x="1216" y="1544"/>
                    <a:pt x="1131" y="1546"/>
                  </a:cubicBezTo>
                  <a:lnTo>
                    <a:pt x="1118" y="1546"/>
                  </a:lnTo>
                  <a:cubicBezTo>
                    <a:pt x="1055" y="1546"/>
                    <a:pt x="1006" y="1541"/>
                    <a:pt x="854" y="1518"/>
                  </a:cubicBezTo>
                  <a:cubicBezTo>
                    <a:pt x="700" y="1494"/>
                    <a:pt x="621" y="1486"/>
                    <a:pt x="544" y="1486"/>
                  </a:cubicBezTo>
                  <a:cubicBezTo>
                    <a:pt x="492" y="1486"/>
                    <a:pt x="444" y="1490"/>
                    <a:pt x="394" y="1498"/>
                  </a:cubicBezTo>
                  <a:cubicBezTo>
                    <a:pt x="328" y="1508"/>
                    <a:pt x="302" y="1516"/>
                    <a:pt x="242" y="1543"/>
                  </a:cubicBezTo>
                  <a:cubicBezTo>
                    <a:pt x="410" y="1727"/>
                    <a:pt x="652" y="1842"/>
                    <a:pt x="920" y="1842"/>
                  </a:cubicBezTo>
                  <a:cubicBezTo>
                    <a:pt x="1429" y="1842"/>
                    <a:pt x="1841" y="1430"/>
                    <a:pt x="1841" y="921"/>
                  </a:cubicBezTo>
                  <a:cubicBezTo>
                    <a:pt x="1841" y="412"/>
                    <a:pt x="1429" y="0"/>
                    <a:pt x="9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7FA11094-2131-4D03-9C37-B2C0B5E8C09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2" y="197"/>
              <a:ext cx="25" cy="80"/>
            </a:xfrm>
            <a:custGeom>
              <a:avLst/>
              <a:gdLst>
                <a:gd name="T0" fmla="*/ 232 w 288"/>
                <a:gd name="T1" fmla="*/ 166 h 897"/>
                <a:gd name="T2" fmla="*/ 232 w 288"/>
                <a:gd name="T3" fmla="*/ 166 h 897"/>
                <a:gd name="T4" fmla="*/ 241 w 288"/>
                <a:gd name="T5" fmla="*/ 65 h 897"/>
                <a:gd name="T6" fmla="*/ 254 w 288"/>
                <a:gd name="T7" fmla="*/ 37 h 897"/>
                <a:gd name="T8" fmla="*/ 288 w 288"/>
                <a:gd name="T9" fmla="*/ 0 h 897"/>
                <a:gd name="T10" fmla="*/ 0 w 288"/>
                <a:gd name="T11" fmla="*/ 0 h 897"/>
                <a:gd name="T12" fmla="*/ 33 w 288"/>
                <a:gd name="T13" fmla="*/ 35 h 897"/>
                <a:gd name="T14" fmla="*/ 47 w 288"/>
                <a:gd name="T15" fmla="*/ 64 h 897"/>
                <a:gd name="T16" fmla="*/ 56 w 288"/>
                <a:gd name="T17" fmla="*/ 161 h 897"/>
                <a:gd name="T18" fmla="*/ 56 w 288"/>
                <a:gd name="T19" fmla="*/ 215 h 897"/>
                <a:gd name="T20" fmla="*/ 56 w 288"/>
                <a:gd name="T21" fmla="*/ 752 h 897"/>
                <a:gd name="T22" fmla="*/ 42 w 288"/>
                <a:gd name="T23" fmla="*/ 839 h 897"/>
                <a:gd name="T24" fmla="*/ 28 w 288"/>
                <a:gd name="T25" fmla="*/ 865 h 897"/>
                <a:gd name="T26" fmla="*/ 1 w 288"/>
                <a:gd name="T27" fmla="*/ 897 h 897"/>
                <a:gd name="T28" fmla="*/ 285 w 288"/>
                <a:gd name="T29" fmla="*/ 897 h 897"/>
                <a:gd name="T30" fmla="*/ 258 w 288"/>
                <a:gd name="T31" fmla="*/ 865 h 897"/>
                <a:gd name="T32" fmla="*/ 243 w 288"/>
                <a:gd name="T33" fmla="*/ 838 h 897"/>
                <a:gd name="T34" fmla="*/ 231 w 288"/>
                <a:gd name="T35" fmla="*/ 759 h 897"/>
                <a:gd name="T36" fmla="*/ 231 w 288"/>
                <a:gd name="T37" fmla="*/ 218 h 897"/>
                <a:gd name="T38" fmla="*/ 232 w 288"/>
                <a:gd name="T39" fmla="*/ 166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88" h="897">
                  <a:moveTo>
                    <a:pt x="232" y="166"/>
                  </a:moveTo>
                  <a:lnTo>
                    <a:pt x="232" y="166"/>
                  </a:lnTo>
                  <a:cubicBezTo>
                    <a:pt x="232" y="106"/>
                    <a:pt x="233" y="89"/>
                    <a:pt x="241" y="65"/>
                  </a:cubicBezTo>
                  <a:cubicBezTo>
                    <a:pt x="244" y="55"/>
                    <a:pt x="248" y="46"/>
                    <a:pt x="254" y="37"/>
                  </a:cubicBezTo>
                  <a:cubicBezTo>
                    <a:pt x="263" y="22"/>
                    <a:pt x="270" y="14"/>
                    <a:pt x="288" y="0"/>
                  </a:cubicBezTo>
                  <a:lnTo>
                    <a:pt x="0" y="0"/>
                  </a:lnTo>
                  <a:cubicBezTo>
                    <a:pt x="18" y="16"/>
                    <a:pt x="24" y="22"/>
                    <a:pt x="33" y="35"/>
                  </a:cubicBezTo>
                  <a:cubicBezTo>
                    <a:pt x="39" y="44"/>
                    <a:pt x="44" y="54"/>
                    <a:pt x="47" y="64"/>
                  </a:cubicBezTo>
                  <a:cubicBezTo>
                    <a:pt x="53" y="86"/>
                    <a:pt x="56" y="108"/>
                    <a:pt x="56" y="161"/>
                  </a:cubicBezTo>
                  <a:cubicBezTo>
                    <a:pt x="56" y="188"/>
                    <a:pt x="56" y="206"/>
                    <a:pt x="56" y="215"/>
                  </a:cubicBezTo>
                  <a:lnTo>
                    <a:pt x="56" y="752"/>
                  </a:lnTo>
                  <a:cubicBezTo>
                    <a:pt x="56" y="784"/>
                    <a:pt x="51" y="817"/>
                    <a:pt x="42" y="839"/>
                  </a:cubicBezTo>
                  <a:cubicBezTo>
                    <a:pt x="39" y="848"/>
                    <a:pt x="34" y="857"/>
                    <a:pt x="28" y="865"/>
                  </a:cubicBezTo>
                  <a:cubicBezTo>
                    <a:pt x="21" y="875"/>
                    <a:pt x="16" y="880"/>
                    <a:pt x="1" y="897"/>
                  </a:cubicBezTo>
                  <a:lnTo>
                    <a:pt x="285" y="897"/>
                  </a:lnTo>
                  <a:cubicBezTo>
                    <a:pt x="271" y="885"/>
                    <a:pt x="266" y="879"/>
                    <a:pt x="258" y="865"/>
                  </a:cubicBezTo>
                  <a:cubicBezTo>
                    <a:pt x="252" y="856"/>
                    <a:pt x="247" y="847"/>
                    <a:pt x="243" y="838"/>
                  </a:cubicBezTo>
                  <a:cubicBezTo>
                    <a:pt x="236" y="817"/>
                    <a:pt x="231" y="787"/>
                    <a:pt x="231" y="759"/>
                  </a:cubicBezTo>
                  <a:lnTo>
                    <a:pt x="231" y="218"/>
                  </a:lnTo>
                  <a:lnTo>
                    <a:pt x="232" y="1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0CF24BF3-852E-497F-922A-8CFA13A12B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" y="197"/>
              <a:ext cx="77" cy="80"/>
            </a:xfrm>
            <a:custGeom>
              <a:avLst/>
              <a:gdLst>
                <a:gd name="T0" fmla="*/ 810 w 869"/>
                <a:gd name="T1" fmla="*/ 165 h 897"/>
                <a:gd name="T2" fmla="*/ 810 w 869"/>
                <a:gd name="T3" fmla="*/ 165 h 897"/>
                <a:gd name="T4" fmla="*/ 819 w 869"/>
                <a:gd name="T5" fmla="*/ 70 h 897"/>
                <a:gd name="T6" fmla="*/ 834 w 869"/>
                <a:gd name="T7" fmla="*/ 37 h 897"/>
                <a:gd name="T8" fmla="*/ 869 w 869"/>
                <a:gd name="T9" fmla="*/ 0 h 897"/>
                <a:gd name="T10" fmla="*/ 576 w 869"/>
                <a:gd name="T11" fmla="*/ 0 h 897"/>
                <a:gd name="T12" fmla="*/ 609 w 869"/>
                <a:gd name="T13" fmla="*/ 36 h 897"/>
                <a:gd name="T14" fmla="*/ 624 w 869"/>
                <a:gd name="T15" fmla="*/ 67 h 897"/>
                <a:gd name="T16" fmla="*/ 634 w 869"/>
                <a:gd name="T17" fmla="*/ 162 h 897"/>
                <a:gd name="T18" fmla="*/ 634 w 869"/>
                <a:gd name="T19" fmla="*/ 379 h 897"/>
                <a:gd name="T20" fmla="*/ 232 w 869"/>
                <a:gd name="T21" fmla="*/ 379 h 897"/>
                <a:gd name="T22" fmla="*/ 232 w 869"/>
                <a:gd name="T23" fmla="*/ 216 h 897"/>
                <a:gd name="T24" fmla="*/ 234 w 869"/>
                <a:gd name="T25" fmla="*/ 109 h 897"/>
                <a:gd name="T26" fmla="*/ 241 w 869"/>
                <a:gd name="T27" fmla="*/ 70 h 897"/>
                <a:gd name="T28" fmla="*/ 278 w 869"/>
                <a:gd name="T29" fmla="*/ 9 h 897"/>
                <a:gd name="T30" fmla="*/ 288 w 869"/>
                <a:gd name="T31" fmla="*/ 0 h 897"/>
                <a:gd name="T32" fmla="*/ 1 w 869"/>
                <a:gd name="T33" fmla="*/ 0 h 897"/>
                <a:gd name="T34" fmla="*/ 30 w 869"/>
                <a:gd name="T35" fmla="*/ 34 h 897"/>
                <a:gd name="T36" fmla="*/ 46 w 869"/>
                <a:gd name="T37" fmla="*/ 64 h 897"/>
                <a:gd name="T38" fmla="*/ 56 w 869"/>
                <a:gd name="T39" fmla="*/ 159 h 897"/>
                <a:gd name="T40" fmla="*/ 57 w 869"/>
                <a:gd name="T41" fmla="*/ 216 h 897"/>
                <a:gd name="T42" fmla="*/ 57 w 869"/>
                <a:gd name="T43" fmla="*/ 707 h 897"/>
                <a:gd name="T44" fmla="*/ 53 w 869"/>
                <a:gd name="T45" fmla="*/ 802 h 897"/>
                <a:gd name="T46" fmla="*/ 44 w 869"/>
                <a:gd name="T47" fmla="*/ 838 h 897"/>
                <a:gd name="T48" fmla="*/ 9 w 869"/>
                <a:gd name="T49" fmla="*/ 888 h 897"/>
                <a:gd name="T50" fmla="*/ 0 w 869"/>
                <a:gd name="T51" fmla="*/ 897 h 897"/>
                <a:gd name="T52" fmla="*/ 284 w 869"/>
                <a:gd name="T53" fmla="*/ 897 h 897"/>
                <a:gd name="T54" fmla="*/ 260 w 869"/>
                <a:gd name="T55" fmla="*/ 867 h 897"/>
                <a:gd name="T56" fmla="*/ 245 w 869"/>
                <a:gd name="T57" fmla="*/ 839 h 897"/>
                <a:gd name="T58" fmla="*/ 232 w 869"/>
                <a:gd name="T59" fmla="*/ 761 h 897"/>
                <a:gd name="T60" fmla="*/ 232 w 869"/>
                <a:gd name="T61" fmla="*/ 707 h 897"/>
                <a:gd name="T62" fmla="*/ 232 w 869"/>
                <a:gd name="T63" fmla="*/ 490 h 897"/>
                <a:gd name="T64" fmla="*/ 634 w 869"/>
                <a:gd name="T65" fmla="*/ 490 h 897"/>
                <a:gd name="T66" fmla="*/ 634 w 869"/>
                <a:gd name="T67" fmla="*/ 709 h 897"/>
                <a:gd name="T68" fmla="*/ 630 w 869"/>
                <a:gd name="T69" fmla="*/ 800 h 897"/>
                <a:gd name="T70" fmla="*/ 620 w 869"/>
                <a:gd name="T71" fmla="*/ 838 h 897"/>
                <a:gd name="T72" fmla="*/ 588 w 869"/>
                <a:gd name="T73" fmla="*/ 885 h 897"/>
                <a:gd name="T74" fmla="*/ 575 w 869"/>
                <a:gd name="T75" fmla="*/ 897 h 897"/>
                <a:gd name="T76" fmla="*/ 862 w 869"/>
                <a:gd name="T77" fmla="*/ 897 h 897"/>
                <a:gd name="T78" fmla="*/ 838 w 869"/>
                <a:gd name="T79" fmla="*/ 869 h 897"/>
                <a:gd name="T80" fmla="*/ 821 w 869"/>
                <a:gd name="T81" fmla="*/ 839 h 897"/>
                <a:gd name="T82" fmla="*/ 810 w 869"/>
                <a:gd name="T83" fmla="*/ 758 h 897"/>
                <a:gd name="T84" fmla="*/ 809 w 869"/>
                <a:gd name="T85" fmla="*/ 712 h 897"/>
                <a:gd name="T86" fmla="*/ 810 w 869"/>
                <a:gd name="T87" fmla="*/ 218 h 897"/>
                <a:gd name="T88" fmla="*/ 810 w 869"/>
                <a:gd name="T89" fmla="*/ 16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69" h="897">
                  <a:moveTo>
                    <a:pt x="810" y="165"/>
                  </a:moveTo>
                  <a:lnTo>
                    <a:pt x="810" y="165"/>
                  </a:lnTo>
                  <a:cubicBezTo>
                    <a:pt x="810" y="125"/>
                    <a:pt x="813" y="95"/>
                    <a:pt x="819" y="70"/>
                  </a:cubicBezTo>
                  <a:cubicBezTo>
                    <a:pt x="823" y="59"/>
                    <a:pt x="828" y="48"/>
                    <a:pt x="834" y="37"/>
                  </a:cubicBezTo>
                  <a:cubicBezTo>
                    <a:pt x="843" y="22"/>
                    <a:pt x="850" y="14"/>
                    <a:pt x="869" y="0"/>
                  </a:cubicBezTo>
                  <a:lnTo>
                    <a:pt x="576" y="0"/>
                  </a:lnTo>
                  <a:cubicBezTo>
                    <a:pt x="593" y="14"/>
                    <a:pt x="599" y="20"/>
                    <a:pt x="609" y="36"/>
                  </a:cubicBezTo>
                  <a:cubicBezTo>
                    <a:pt x="616" y="46"/>
                    <a:pt x="621" y="57"/>
                    <a:pt x="624" y="67"/>
                  </a:cubicBezTo>
                  <a:cubicBezTo>
                    <a:pt x="631" y="88"/>
                    <a:pt x="634" y="115"/>
                    <a:pt x="634" y="162"/>
                  </a:cubicBezTo>
                  <a:lnTo>
                    <a:pt x="634" y="379"/>
                  </a:lnTo>
                  <a:lnTo>
                    <a:pt x="232" y="379"/>
                  </a:lnTo>
                  <a:lnTo>
                    <a:pt x="232" y="216"/>
                  </a:lnTo>
                  <a:cubicBezTo>
                    <a:pt x="232" y="166"/>
                    <a:pt x="232" y="134"/>
                    <a:pt x="234" y="109"/>
                  </a:cubicBezTo>
                  <a:cubicBezTo>
                    <a:pt x="235" y="95"/>
                    <a:pt x="238" y="82"/>
                    <a:pt x="241" y="70"/>
                  </a:cubicBezTo>
                  <a:cubicBezTo>
                    <a:pt x="247" y="51"/>
                    <a:pt x="264" y="24"/>
                    <a:pt x="278" y="9"/>
                  </a:cubicBezTo>
                  <a:cubicBezTo>
                    <a:pt x="280" y="7"/>
                    <a:pt x="284" y="4"/>
                    <a:pt x="288" y="0"/>
                  </a:cubicBezTo>
                  <a:lnTo>
                    <a:pt x="1" y="0"/>
                  </a:lnTo>
                  <a:cubicBezTo>
                    <a:pt x="18" y="17"/>
                    <a:pt x="23" y="23"/>
                    <a:pt x="30" y="34"/>
                  </a:cubicBezTo>
                  <a:cubicBezTo>
                    <a:pt x="37" y="43"/>
                    <a:pt x="42" y="53"/>
                    <a:pt x="46" y="64"/>
                  </a:cubicBezTo>
                  <a:cubicBezTo>
                    <a:pt x="53" y="87"/>
                    <a:pt x="55" y="100"/>
                    <a:pt x="56" y="159"/>
                  </a:cubicBezTo>
                  <a:lnTo>
                    <a:pt x="57" y="216"/>
                  </a:lnTo>
                  <a:lnTo>
                    <a:pt x="57" y="707"/>
                  </a:lnTo>
                  <a:cubicBezTo>
                    <a:pt x="57" y="757"/>
                    <a:pt x="56" y="779"/>
                    <a:pt x="53" y="802"/>
                  </a:cubicBezTo>
                  <a:cubicBezTo>
                    <a:pt x="51" y="814"/>
                    <a:pt x="48" y="825"/>
                    <a:pt x="44" y="838"/>
                  </a:cubicBezTo>
                  <a:cubicBezTo>
                    <a:pt x="37" y="857"/>
                    <a:pt x="26" y="872"/>
                    <a:pt x="9" y="888"/>
                  </a:cubicBezTo>
                  <a:cubicBezTo>
                    <a:pt x="7" y="890"/>
                    <a:pt x="4" y="893"/>
                    <a:pt x="0" y="897"/>
                  </a:cubicBezTo>
                  <a:lnTo>
                    <a:pt x="284" y="897"/>
                  </a:lnTo>
                  <a:cubicBezTo>
                    <a:pt x="271" y="884"/>
                    <a:pt x="267" y="878"/>
                    <a:pt x="260" y="867"/>
                  </a:cubicBezTo>
                  <a:cubicBezTo>
                    <a:pt x="254" y="859"/>
                    <a:pt x="249" y="849"/>
                    <a:pt x="245" y="839"/>
                  </a:cubicBezTo>
                  <a:cubicBezTo>
                    <a:pt x="236" y="815"/>
                    <a:pt x="233" y="799"/>
                    <a:pt x="232" y="761"/>
                  </a:cubicBezTo>
                  <a:cubicBezTo>
                    <a:pt x="232" y="741"/>
                    <a:pt x="232" y="724"/>
                    <a:pt x="232" y="707"/>
                  </a:cubicBezTo>
                  <a:lnTo>
                    <a:pt x="232" y="490"/>
                  </a:lnTo>
                  <a:lnTo>
                    <a:pt x="634" y="490"/>
                  </a:lnTo>
                  <a:lnTo>
                    <a:pt x="634" y="709"/>
                  </a:lnTo>
                  <a:cubicBezTo>
                    <a:pt x="634" y="757"/>
                    <a:pt x="633" y="775"/>
                    <a:pt x="630" y="800"/>
                  </a:cubicBezTo>
                  <a:cubicBezTo>
                    <a:pt x="628" y="813"/>
                    <a:pt x="625" y="826"/>
                    <a:pt x="620" y="838"/>
                  </a:cubicBezTo>
                  <a:cubicBezTo>
                    <a:pt x="613" y="855"/>
                    <a:pt x="603" y="871"/>
                    <a:pt x="588" y="885"/>
                  </a:cubicBezTo>
                  <a:cubicBezTo>
                    <a:pt x="585" y="888"/>
                    <a:pt x="581" y="892"/>
                    <a:pt x="575" y="897"/>
                  </a:cubicBezTo>
                  <a:lnTo>
                    <a:pt x="862" y="897"/>
                  </a:lnTo>
                  <a:cubicBezTo>
                    <a:pt x="850" y="885"/>
                    <a:pt x="846" y="880"/>
                    <a:pt x="838" y="869"/>
                  </a:cubicBezTo>
                  <a:cubicBezTo>
                    <a:pt x="831" y="859"/>
                    <a:pt x="825" y="849"/>
                    <a:pt x="821" y="839"/>
                  </a:cubicBezTo>
                  <a:cubicBezTo>
                    <a:pt x="813" y="818"/>
                    <a:pt x="811" y="803"/>
                    <a:pt x="810" y="758"/>
                  </a:cubicBezTo>
                  <a:cubicBezTo>
                    <a:pt x="809" y="732"/>
                    <a:pt x="809" y="717"/>
                    <a:pt x="809" y="712"/>
                  </a:cubicBezTo>
                  <a:lnTo>
                    <a:pt x="810" y="218"/>
                  </a:lnTo>
                  <a:lnTo>
                    <a:pt x="810" y="16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2056438F-B7BB-4821-86E8-0E21E4217B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2" y="197"/>
              <a:ext cx="73" cy="80"/>
            </a:xfrm>
            <a:custGeom>
              <a:avLst/>
              <a:gdLst>
                <a:gd name="T0" fmla="*/ 408 w 822"/>
                <a:gd name="T1" fmla="*/ 395 h 897"/>
                <a:gd name="T2" fmla="*/ 408 w 822"/>
                <a:gd name="T3" fmla="*/ 395 h 897"/>
                <a:gd name="T4" fmla="*/ 295 w 822"/>
                <a:gd name="T5" fmla="*/ 431 h 897"/>
                <a:gd name="T6" fmla="*/ 248 w 822"/>
                <a:gd name="T7" fmla="*/ 435 h 897"/>
                <a:gd name="T8" fmla="*/ 233 w 822"/>
                <a:gd name="T9" fmla="*/ 435 h 897"/>
                <a:gd name="T10" fmla="*/ 233 w 822"/>
                <a:gd name="T11" fmla="*/ 103 h 897"/>
                <a:gd name="T12" fmla="*/ 257 w 822"/>
                <a:gd name="T13" fmla="*/ 102 h 897"/>
                <a:gd name="T14" fmla="*/ 378 w 822"/>
                <a:gd name="T15" fmla="*/ 117 h 897"/>
                <a:gd name="T16" fmla="*/ 439 w 822"/>
                <a:gd name="T17" fmla="*/ 149 h 897"/>
                <a:gd name="T18" fmla="*/ 485 w 822"/>
                <a:gd name="T19" fmla="*/ 260 h 897"/>
                <a:gd name="T20" fmla="*/ 450 w 822"/>
                <a:gd name="T21" fmla="*/ 361 h 897"/>
                <a:gd name="T22" fmla="*/ 408 w 822"/>
                <a:gd name="T23" fmla="*/ 395 h 897"/>
                <a:gd name="T24" fmla="*/ 408 w 822"/>
                <a:gd name="T25" fmla="*/ 395 h 897"/>
                <a:gd name="T26" fmla="*/ 750 w 822"/>
                <a:gd name="T27" fmla="*/ 835 h 897"/>
                <a:gd name="T28" fmla="*/ 750 w 822"/>
                <a:gd name="T29" fmla="*/ 835 h 897"/>
                <a:gd name="T30" fmla="*/ 649 w 822"/>
                <a:gd name="T31" fmla="*/ 730 h 897"/>
                <a:gd name="T32" fmla="*/ 583 w 822"/>
                <a:gd name="T33" fmla="*/ 657 h 897"/>
                <a:gd name="T34" fmla="*/ 444 w 822"/>
                <a:gd name="T35" fmla="*/ 493 h 897"/>
                <a:gd name="T36" fmla="*/ 484 w 822"/>
                <a:gd name="T37" fmla="*/ 480 h 897"/>
                <a:gd name="T38" fmla="*/ 594 w 822"/>
                <a:gd name="T39" fmla="*/ 416 h 897"/>
                <a:gd name="T40" fmla="*/ 665 w 822"/>
                <a:gd name="T41" fmla="*/ 313 h 897"/>
                <a:gd name="T42" fmla="*/ 676 w 822"/>
                <a:gd name="T43" fmla="*/ 244 h 897"/>
                <a:gd name="T44" fmla="*/ 615 w 822"/>
                <a:gd name="T45" fmla="*/ 97 h 897"/>
                <a:gd name="T46" fmla="*/ 470 w 822"/>
                <a:gd name="T47" fmla="*/ 16 h 897"/>
                <a:gd name="T48" fmla="*/ 316 w 822"/>
                <a:gd name="T49" fmla="*/ 1 h 897"/>
                <a:gd name="T50" fmla="*/ 233 w 822"/>
                <a:gd name="T51" fmla="*/ 0 h 897"/>
                <a:gd name="T52" fmla="*/ 2 w 822"/>
                <a:gd name="T53" fmla="*/ 0 h 897"/>
                <a:gd name="T54" fmla="*/ 32 w 822"/>
                <a:gd name="T55" fmla="*/ 33 h 897"/>
                <a:gd name="T56" fmla="*/ 47 w 822"/>
                <a:gd name="T57" fmla="*/ 66 h 897"/>
                <a:gd name="T58" fmla="*/ 56 w 822"/>
                <a:gd name="T59" fmla="*/ 162 h 897"/>
                <a:gd name="T60" fmla="*/ 56 w 822"/>
                <a:gd name="T61" fmla="*/ 750 h 897"/>
                <a:gd name="T62" fmla="*/ 46 w 822"/>
                <a:gd name="T63" fmla="*/ 837 h 897"/>
                <a:gd name="T64" fmla="*/ 31 w 822"/>
                <a:gd name="T65" fmla="*/ 865 h 897"/>
                <a:gd name="T66" fmla="*/ 0 w 822"/>
                <a:gd name="T67" fmla="*/ 897 h 897"/>
                <a:gd name="T68" fmla="*/ 285 w 822"/>
                <a:gd name="T69" fmla="*/ 897 h 897"/>
                <a:gd name="T70" fmla="*/ 261 w 822"/>
                <a:gd name="T71" fmla="*/ 867 h 897"/>
                <a:gd name="T72" fmla="*/ 245 w 822"/>
                <a:gd name="T73" fmla="*/ 840 h 897"/>
                <a:gd name="T74" fmla="*/ 234 w 822"/>
                <a:gd name="T75" fmla="*/ 757 h 897"/>
                <a:gd name="T76" fmla="*/ 233 w 822"/>
                <a:gd name="T77" fmla="*/ 712 h 897"/>
                <a:gd name="T78" fmla="*/ 233 w 822"/>
                <a:gd name="T79" fmla="*/ 510 h 897"/>
                <a:gd name="T80" fmla="*/ 400 w 822"/>
                <a:gd name="T81" fmla="*/ 710 h 897"/>
                <a:gd name="T82" fmla="*/ 437 w 822"/>
                <a:gd name="T83" fmla="*/ 753 h 897"/>
                <a:gd name="T84" fmla="*/ 481 w 822"/>
                <a:gd name="T85" fmla="*/ 801 h 897"/>
                <a:gd name="T86" fmla="*/ 573 w 822"/>
                <a:gd name="T87" fmla="*/ 875 h 897"/>
                <a:gd name="T88" fmla="*/ 662 w 822"/>
                <a:gd name="T89" fmla="*/ 896 h 897"/>
                <a:gd name="T90" fmla="*/ 709 w 822"/>
                <a:gd name="T91" fmla="*/ 897 h 897"/>
                <a:gd name="T92" fmla="*/ 822 w 822"/>
                <a:gd name="T93" fmla="*/ 897 h 897"/>
                <a:gd name="T94" fmla="*/ 789 w 822"/>
                <a:gd name="T95" fmla="*/ 870 h 897"/>
                <a:gd name="T96" fmla="*/ 750 w 822"/>
                <a:gd name="T97" fmla="*/ 83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2" h="897">
                  <a:moveTo>
                    <a:pt x="408" y="395"/>
                  </a:moveTo>
                  <a:lnTo>
                    <a:pt x="408" y="395"/>
                  </a:lnTo>
                  <a:cubicBezTo>
                    <a:pt x="376" y="413"/>
                    <a:pt x="343" y="424"/>
                    <a:pt x="295" y="431"/>
                  </a:cubicBezTo>
                  <a:cubicBezTo>
                    <a:pt x="277" y="434"/>
                    <a:pt x="261" y="435"/>
                    <a:pt x="248" y="435"/>
                  </a:cubicBezTo>
                  <a:cubicBezTo>
                    <a:pt x="243" y="435"/>
                    <a:pt x="240" y="435"/>
                    <a:pt x="233" y="435"/>
                  </a:cubicBezTo>
                  <a:lnTo>
                    <a:pt x="233" y="103"/>
                  </a:lnTo>
                  <a:cubicBezTo>
                    <a:pt x="245" y="102"/>
                    <a:pt x="249" y="102"/>
                    <a:pt x="257" y="102"/>
                  </a:cubicBezTo>
                  <a:cubicBezTo>
                    <a:pt x="301" y="102"/>
                    <a:pt x="344" y="107"/>
                    <a:pt x="378" y="117"/>
                  </a:cubicBezTo>
                  <a:cubicBezTo>
                    <a:pt x="400" y="123"/>
                    <a:pt x="421" y="135"/>
                    <a:pt x="439" y="149"/>
                  </a:cubicBezTo>
                  <a:cubicBezTo>
                    <a:pt x="469" y="175"/>
                    <a:pt x="485" y="213"/>
                    <a:pt x="485" y="260"/>
                  </a:cubicBezTo>
                  <a:cubicBezTo>
                    <a:pt x="485" y="300"/>
                    <a:pt x="473" y="335"/>
                    <a:pt x="450" y="361"/>
                  </a:cubicBezTo>
                  <a:cubicBezTo>
                    <a:pt x="439" y="373"/>
                    <a:pt x="425" y="385"/>
                    <a:pt x="408" y="395"/>
                  </a:cubicBezTo>
                  <a:lnTo>
                    <a:pt x="408" y="395"/>
                  </a:lnTo>
                  <a:close/>
                  <a:moveTo>
                    <a:pt x="750" y="835"/>
                  </a:moveTo>
                  <a:lnTo>
                    <a:pt x="750" y="835"/>
                  </a:lnTo>
                  <a:cubicBezTo>
                    <a:pt x="719" y="804"/>
                    <a:pt x="691" y="776"/>
                    <a:pt x="649" y="730"/>
                  </a:cubicBezTo>
                  <a:cubicBezTo>
                    <a:pt x="622" y="702"/>
                    <a:pt x="600" y="677"/>
                    <a:pt x="583" y="657"/>
                  </a:cubicBezTo>
                  <a:lnTo>
                    <a:pt x="444" y="493"/>
                  </a:lnTo>
                  <a:cubicBezTo>
                    <a:pt x="461" y="488"/>
                    <a:pt x="468" y="486"/>
                    <a:pt x="484" y="480"/>
                  </a:cubicBezTo>
                  <a:cubicBezTo>
                    <a:pt x="529" y="462"/>
                    <a:pt x="563" y="442"/>
                    <a:pt x="594" y="416"/>
                  </a:cubicBezTo>
                  <a:cubicBezTo>
                    <a:pt x="630" y="386"/>
                    <a:pt x="652" y="354"/>
                    <a:pt x="665" y="313"/>
                  </a:cubicBezTo>
                  <a:cubicBezTo>
                    <a:pt x="673" y="291"/>
                    <a:pt x="676" y="267"/>
                    <a:pt x="676" y="244"/>
                  </a:cubicBezTo>
                  <a:cubicBezTo>
                    <a:pt x="676" y="189"/>
                    <a:pt x="656" y="139"/>
                    <a:pt x="615" y="97"/>
                  </a:cubicBezTo>
                  <a:cubicBezTo>
                    <a:pt x="579" y="58"/>
                    <a:pt x="527" y="30"/>
                    <a:pt x="470" y="16"/>
                  </a:cubicBezTo>
                  <a:cubicBezTo>
                    <a:pt x="429" y="7"/>
                    <a:pt x="388" y="2"/>
                    <a:pt x="316" y="1"/>
                  </a:cubicBezTo>
                  <a:cubicBezTo>
                    <a:pt x="289" y="0"/>
                    <a:pt x="262" y="0"/>
                    <a:pt x="233" y="0"/>
                  </a:cubicBezTo>
                  <a:lnTo>
                    <a:pt x="2" y="0"/>
                  </a:lnTo>
                  <a:cubicBezTo>
                    <a:pt x="17" y="14"/>
                    <a:pt x="23" y="20"/>
                    <a:pt x="32" y="33"/>
                  </a:cubicBezTo>
                  <a:cubicBezTo>
                    <a:pt x="38" y="44"/>
                    <a:pt x="44" y="55"/>
                    <a:pt x="47" y="66"/>
                  </a:cubicBezTo>
                  <a:cubicBezTo>
                    <a:pt x="53" y="86"/>
                    <a:pt x="56" y="114"/>
                    <a:pt x="56" y="162"/>
                  </a:cubicBezTo>
                  <a:lnTo>
                    <a:pt x="56" y="750"/>
                  </a:lnTo>
                  <a:cubicBezTo>
                    <a:pt x="56" y="793"/>
                    <a:pt x="53" y="817"/>
                    <a:pt x="46" y="837"/>
                  </a:cubicBezTo>
                  <a:cubicBezTo>
                    <a:pt x="42" y="847"/>
                    <a:pt x="37" y="857"/>
                    <a:pt x="31" y="865"/>
                  </a:cubicBezTo>
                  <a:cubicBezTo>
                    <a:pt x="22" y="876"/>
                    <a:pt x="17" y="882"/>
                    <a:pt x="0" y="897"/>
                  </a:cubicBezTo>
                  <a:lnTo>
                    <a:pt x="285" y="897"/>
                  </a:lnTo>
                  <a:cubicBezTo>
                    <a:pt x="273" y="883"/>
                    <a:pt x="269" y="878"/>
                    <a:pt x="261" y="867"/>
                  </a:cubicBezTo>
                  <a:cubicBezTo>
                    <a:pt x="254" y="859"/>
                    <a:pt x="249" y="850"/>
                    <a:pt x="245" y="840"/>
                  </a:cubicBezTo>
                  <a:cubicBezTo>
                    <a:pt x="238" y="820"/>
                    <a:pt x="234" y="799"/>
                    <a:pt x="234" y="757"/>
                  </a:cubicBezTo>
                  <a:cubicBezTo>
                    <a:pt x="234" y="744"/>
                    <a:pt x="233" y="729"/>
                    <a:pt x="233" y="712"/>
                  </a:cubicBezTo>
                  <a:lnTo>
                    <a:pt x="233" y="510"/>
                  </a:lnTo>
                  <a:lnTo>
                    <a:pt x="400" y="710"/>
                  </a:lnTo>
                  <a:cubicBezTo>
                    <a:pt x="407" y="719"/>
                    <a:pt x="420" y="734"/>
                    <a:pt x="437" y="753"/>
                  </a:cubicBezTo>
                  <a:cubicBezTo>
                    <a:pt x="456" y="775"/>
                    <a:pt x="471" y="791"/>
                    <a:pt x="481" y="801"/>
                  </a:cubicBezTo>
                  <a:cubicBezTo>
                    <a:pt x="513" y="835"/>
                    <a:pt x="543" y="859"/>
                    <a:pt x="573" y="875"/>
                  </a:cubicBezTo>
                  <a:cubicBezTo>
                    <a:pt x="599" y="889"/>
                    <a:pt x="624" y="895"/>
                    <a:pt x="662" y="896"/>
                  </a:cubicBezTo>
                  <a:cubicBezTo>
                    <a:pt x="677" y="897"/>
                    <a:pt x="693" y="897"/>
                    <a:pt x="709" y="897"/>
                  </a:cubicBezTo>
                  <a:lnTo>
                    <a:pt x="822" y="897"/>
                  </a:lnTo>
                  <a:cubicBezTo>
                    <a:pt x="807" y="885"/>
                    <a:pt x="800" y="880"/>
                    <a:pt x="789" y="870"/>
                  </a:cubicBezTo>
                  <a:cubicBezTo>
                    <a:pt x="777" y="859"/>
                    <a:pt x="764" y="848"/>
                    <a:pt x="750" y="83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A780C951-A02A-4E5E-A235-A334C27C12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9" y="195"/>
              <a:ext cx="68" cy="84"/>
            </a:xfrm>
            <a:custGeom>
              <a:avLst/>
              <a:gdLst>
                <a:gd name="T0" fmla="*/ 668 w 765"/>
                <a:gd name="T1" fmla="*/ 790 h 944"/>
                <a:gd name="T2" fmla="*/ 668 w 765"/>
                <a:gd name="T3" fmla="*/ 790 h 944"/>
                <a:gd name="T4" fmla="*/ 512 w 765"/>
                <a:gd name="T5" fmla="*/ 823 h 944"/>
                <a:gd name="T6" fmla="*/ 281 w 765"/>
                <a:gd name="T7" fmla="*/ 727 h 944"/>
                <a:gd name="T8" fmla="*/ 191 w 765"/>
                <a:gd name="T9" fmla="*/ 478 h 944"/>
                <a:gd name="T10" fmla="*/ 272 w 765"/>
                <a:gd name="T11" fmla="*/ 236 h 944"/>
                <a:gd name="T12" fmla="*/ 354 w 765"/>
                <a:gd name="T13" fmla="*/ 170 h 944"/>
                <a:gd name="T14" fmla="*/ 527 w 765"/>
                <a:gd name="T15" fmla="*/ 126 h 944"/>
                <a:gd name="T16" fmla="*/ 688 w 765"/>
                <a:gd name="T17" fmla="*/ 159 h 944"/>
                <a:gd name="T18" fmla="*/ 762 w 765"/>
                <a:gd name="T19" fmla="*/ 199 h 944"/>
                <a:gd name="T20" fmla="*/ 762 w 765"/>
                <a:gd name="T21" fmla="*/ 31 h 944"/>
                <a:gd name="T22" fmla="*/ 708 w 765"/>
                <a:gd name="T23" fmla="*/ 16 h 944"/>
                <a:gd name="T24" fmla="*/ 550 w 765"/>
                <a:gd name="T25" fmla="*/ 0 h 944"/>
                <a:gd name="T26" fmla="*/ 294 w 765"/>
                <a:gd name="T27" fmla="*/ 48 h 944"/>
                <a:gd name="T28" fmla="*/ 171 w 765"/>
                <a:gd name="T29" fmla="*/ 121 h 944"/>
                <a:gd name="T30" fmla="*/ 0 w 765"/>
                <a:gd name="T31" fmla="*/ 488 h 944"/>
                <a:gd name="T32" fmla="*/ 164 w 765"/>
                <a:gd name="T33" fmla="*/ 840 h 944"/>
                <a:gd name="T34" fmla="*/ 499 w 765"/>
                <a:gd name="T35" fmla="*/ 944 h 944"/>
                <a:gd name="T36" fmla="*/ 751 w 765"/>
                <a:gd name="T37" fmla="*/ 904 h 944"/>
                <a:gd name="T38" fmla="*/ 765 w 765"/>
                <a:gd name="T39" fmla="*/ 899 h 944"/>
                <a:gd name="T40" fmla="*/ 765 w 765"/>
                <a:gd name="T41" fmla="*/ 736 h 944"/>
                <a:gd name="T42" fmla="*/ 724 w 765"/>
                <a:gd name="T43" fmla="*/ 763 h 944"/>
                <a:gd name="T44" fmla="*/ 668 w 765"/>
                <a:gd name="T45" fmla="*/ 790 h 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65" h="944">
                  <a:moveTo>
                    <a:pt x="668" y="790"/>
                  </a:moveTo>
                  <a:lnTo>
                    <a:pt x="668" y="790"/>
                  </a:lnTo>
                  <a:cubicBezTo>
                    <a:pt x="614" y="813"/>
                    <a:pt x="565" y="823"/>
                    <a:pt x="512" y="823"/>
                  </a:cubicBezTo>
                  <a:cubicBezTo>
                    <a:pt x="419" y="823"/>
                    <a:pt x="340" y="790"/>
                    <a:pt x="281" y="727"/>
                  </a:cubicBezTo>
                  <a:cubicBezTo>
                    <a:pt x="222" y="664"/>
                    <a:pt x="191" y="577"/>
                    <a:pt x="191" y="478"/>
                  </a:cubicBezTo>
                  <a:cubicBezTo>
                    <a:pt x="191" y="384"/>
                    <a:pt x="220" y="297"/>
                    <a:pt x="272" y="236"/>
                  </a:cubicBezTo>
                  <a:cubicBezTo>
                    <a:pt x="295" y="210"/>
                    <a:pt x="322" y="187"/>
                    <a:pt x="354" y="170"/>
                  </a:cubicBezTo>
                  <a:cubicBezTo>
                    <a:pt x="404" y="141"/>
                    <a:pt x="463" y="126"/>
                    <a:pt x="527" y="126"/>
                  </a:cubicBezTo>
                  <a:cubicBezTo>
                    <a:pt x="582" y="126"/>
                    <a:pt x="635" y="137"/>
                    <a:pt x="688" y="159"/>
                  </a:cubicBezTo>
                  <a:cubicBezTo>
                    <a:pt x="722" y="172"/>
                    <a:pt x="734" y="179"/>
                    <a:pt x="762" y="199"/>
                  </a:cubicBezTo>
                  <a:lnTo>
                    <a:pt x="762" y="31"/>
                  </a:lnTo>
                  <a:cubicBezTo>
                    <a:pt x="740" y="24"/>
                    <a:pt x="731" y="21"/>
                    <a:pt x="708" y="16"/>
                  </a:cubicBezTo>
                  <a:cubicBezTo>
                    <a:pt x="656" y="5"/>
                    <a:pt x="606" y="0"/>
                    <a:pt x="550" y="0"/>
                  </a:cubicBezTo>
                  <a:cubicBezTo>
                    <a:pt x="453" y="0"/>
                    <a:pt x="370" y="16"/>
                    <a:pt x="294" y="48"/>
                  </a:cubicBezTo>
                  <a:cubicBezTo>
                    <a:pt x="249" y="67"/>
                    <a:pt x="207" y="91"/>
                    <a:pt x="171" y="121"/>
                  </a:cubicBezTo>
                  <a:cubicBezTo>
                    <a:pt x="60" y="210"/>
                    <a:pt x="0" y="339"/>
                    <a:pt x="0" y="488"/>
                  </a:cubicBezTo>
                  <a:cubicBezTo>
                    <a:pt x="0" y="632"/>
                    <a:pt x="58" y="756"/>
                    <a:pt x="164" y="840"/>
                  </a:cubicBezTo>
                  <a:cubicBezTo>
                    <a:pt x="251" y="909"/>
                    <a:pt x="364" y="944"/>
                    <a:pt x="499" y="944"/>
                  </a:cubicBezTo>
                  <a:cubicBezTo>
                    <a:pt x="583" y="944"/>
                    <a:pt x="662" y="931"/>
                    <a:pt x="751" y="904"/>
                  </a:cubicBezTo>
                  <a:cubicBezTo>
                    <a:pt x="754" y="903"/>
                    <a:pt x="759" y="901"/>
                    <a:pt x="765" y="899"/>
                  </a:cubicBezTo>
                  <a:lnTo>
                    <a:pt x="765" y="736"/>
                  </a:lnTo>
                  <a:cubicBezTo>
                    <a:pt x="744" y="750"/>
                    <a:pt x="736" y="755"/>
                    <a:pt x="724" y="763"/>
                  </a:cubicBezTo>
                  <a:cubicBezTo>
                    <a:pt x="706" y="773"/>
                    <a:pt x="688" y="782"/>
                    <a:pt x="668" y="79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DB9A6084-650E-4900-8E17-4B39F7A20D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1" y="197"/>
              <a:ext cx="78" cy="83"/>
            </a:xfrm>
            <a:custGeom>
              <a:avLst/>
              <a:gdLst>
                <a:gd name="T0" fmla="*/ 631 w 885"/>
                <a:gd name="T1" fmla="*/ 34 h 927"/>
                <a:gd name="T2" fmla="*/ 631 w 885"/>
                <a:gd name="T3" fmla="*/ 34 h 927"/>
                <a:gd name="T4" fmla="*/ 644 w 885"/>
                <a:gd name="T5" fmla="*/ 65 h 927"/>
                <a:gd name="T6" fmla="*/ 652 w 885"/>
                <a:gd name="T7" fmla="*/ 159 h 927"/>
                <a:gd name="T8" fmla="*/ 652 w 885"/>
                <a:gd name="T9" fmla="*/ 500 h 927"/>
                <a:gd name="T10" fmla="*/ 645 w 885"/>
                <a:gd name="T11" fmla="*/ 652 h 927"/>
                <a:gd name="T12" fmla="*/ 621 w 885"/>
                <a:gd name="T13" fmla="*/ 718 h 927"/>
                <a:gd name="T14" fmla="*/ 511 w 885"/>
                <a:gd name="T15" fmla="*/ 795 h 927"/>
                <a:gd name="T16" fmla="*/ 448 w 885"/>
                <a:gd name="T17" fmla="*/ 802 h 927"/>
                <a:gd name="T18" fmla="*/ 272 w 885"/>
                <a:gd name="T19" fmla="*/ 726 h 927"/>
                <a:gd name="T20" fmla="*/ 240 w 885"/>
                <a:gd name="T21" fmla="*/ 562 h 927"/>
                <a:gd name="T22" fmla="*/ 239 w 885"/>
                <a:gd name="T23" fmla="*/ 488 h 927"/>
                <a:gd name="T24" fmla="*/ 239 w 885"/>
                <a:gd name="T25" fmla="*/ 218 h 927"/>
                <a:gd name="T26" fmla="*/ 241 w 885"/>
                <a:gd name="T27" fmla="*/ 114 h 927"/>
                <a:gd name="T28" fmla="*/ 248 w 885"/>
                <a:gd name="T29" fmla="*/ 73 h 927"/>
                <a:gd name="T30" fmla="*/ 284 w 885"/>
                <a:gd name="T31" fmla="*/ 8 h 927"/>
                <a:gd name="T32" fmla="*/ 291 w 885"/>
                <a:gd name="T33" fmla="*/ 0 h 927"/>
                <a:gd name="T34" fmla="*/ 0 w 885"/>
                <a:gd name="T35" fmla="*/ 0 h 927"/>
                <a:gd name="T36" fmla="*/ 32 w 885"/>
                <a:gd name="T37" fmla="*/ 36 h 927"/>
                <a:gd name="T38" fmla="*/ 45 w 885"/>
                <a:gd name="T39" fmla="*/ 67 h 927"/>
                <a:gd name="T40" fmla="*/ 51 w 885"/>
                <a:gd name="T41" fmla="*/ 109 h 927"/>
                <a:gd name="T42" fmla="*/ 51 w 885"/>
                <a:gd name="T43" fmla="*/ 164 h 927"/>
                <a:gd name="T44" fmla="*/ 52 w 885"/>
                <a:gd name="T45" fmla="*/ 216 h 927"/>
                <a:gd name="T46" fmla="*/ 52 w 885"/>
                <a:gd name="T47" fmla="*/ 473 h 927"/>
                <a:gd name="T48" fmla="*/ 55 w 885"/>
                <a:gd name="T49" fmla="*/ 631 h 927"/>
                <a:gd name="T50" fmla="*/ 118 w 885"/>
                <a:gd name="T51" fmla="*/ 796 h 927"/>
                <a:gd name="T52" fmla="*/ 435 w 885"/>
                <a:gd name="T53" fmla="*/ 927 h 927"/>
                <a:gd name="T54" fmla="*/ 615 w 885"/>
                <a:gd name="T55" fmla="*/ 898 h 927"/>
                <a:gd name="T56" fmla="*/ 748 w 885"/>
                <a:gd name="T57" fmla="*/ 809 h 927"/>
                <a:gd name="T58" fmla="*/ 821 w 885"/>
                <a:gd name="T59" fmla="*/ 635 h 927"/>
                <a:gd name="T60" fmla="*/ 827 w 885"/>
                <a:gd name="T61" fmla="*/ 475 h 927"/>
                <a:gd name="T62" fmla="*/ 827 w 885"/>
                <a:gd name="T63" fmla="*/ 217 h 927"/>
                <a:gd name="T64" fmla="*/ 826 w 885"/>
                <a:gd name="T65" fmla="*/ 165 h 927"/>
                <a:gd name="T66" fmla="*/ 826 w 885"/>
                <a:gd name="T67" fmla="*/ 155 h 927"/>
                <a:gd name="T68" fmla="*/ 834 w 885"/>
                <a:gd name="T69" fmla="*/ 73 h 927"/>
                <a:gd name="T70" fmla="*/ 849 w 885"/>
                <a:gd name="T71" fmla="*/ 37 h 927"/>
                <a:gd name="T72" fmla="*/ 885 w 885"/>
                <a:gd name="T73" fmla="*/ 0 h 927"/>
                <a:gd name="T74" fmla="*/ 599 w 885"/>
                <a:gd name="T75" fmla="*/ 0 h 927"/>
                <a:gd name="T76" fmla="*/ 631 w 885"/>
                <a:gd name="T77" fmla="*/ 34 h 9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85" h="927">
                  <a:moveTo>
                    <a:pt x="631" y="34"/>
                  </a:moveTo>
                  <a:lnTo>
                    <a:pt x="631" y="34"/>
                  </a:lnTo>
                  <a:cubicBezTo>
                    <a:pt x="637" y="44"/>
                    <a:pt x="641" y="54"/>
                    <a:pt x="644" y="65"/>
                  </a:cubicBezTo>
                  <a:cubicBezTo>
                    <a:pt x="650" y="87"/>
                    <a:pt x="652" y="108"/>
                    <a:pt x="652" y="159"/>
                  </a:cubicBezTo>
                  <a:lnTo>
                    <a:pt x="652" y="500"/>
                  </a:lnTo>
                  <a:cubicBezTo>
                    <a:pt x="652" y="573"/>
                    <a:pt x="650" y="617"/>
                    <a:pt x="645" y="652"/>
                  </a:cubicBezTo>
                  <a:cubicBezTo>
                    <a:pt x="641" y="676"/>
                    <a:pt x="633" y="698"/>
                    <a:pt x="621" y="718"/>
                  </a:cubicBezTo>
                  <a:cubicBezTo>
                    <a:pt x="600" y="755"/>
                    <a:pt x="559" y="783"/>
                    <a:pt x="511" y="795"/>
                  </a:cubicBezTo>
                  <a:cubicBezTo>
                    <a:pt x="492" y="800"/>
                    <a:pt x="470" y="802"/>
                    <a:pt x="448" y="802"/>
                  </a:cubicBezTo>
                  <a:cubicBezTo>
                    <a:pt x="371" y="802"/>
                    <a:pt x="304" y="773"/>
                    <a:pt x="272" y="726"/>
                  </a:cubicBezTo>
                  <a:cubicBezTo>
                    <a:pt x="248" y="690"/>
                    <a:pt x="241" y="655"/>
                    <a:pt x="240" y="562"/>
                  </a:cubicBezTo>
                  <a:lnTo>
                    <a:pt x="239" y="488"/>
                  </a:lnTo>
                  <a:lnTo>
                    <a:pt x="239" y="218"/>
                  </a:lnTo>
                  <a:cubicBezTo>
                    <a:pt x="239" y="166"/>
                    <a:pt x="239" y="141"/>
                    <a:pt x="241" y="114"/>
                  </a:cubicBezTo>
                  <a:cubicBezTo>
                    <a:pt x="242" y="98"/>
                    <a:pt x="244" y="84"/>
                    <a:pt x="248" y="73"/>
                  </a:cubicBezTo>
                  <a:cubicBezTo>
                    <a:pt x="254" y="52"/>
                    <a:pt x="269" y="25"/>
                    <a:pt x="284" y="8"/>
                  </a:cubicBezTo>
                  <a:cubicBezTo>
                    <a:pt x="286" y="6"/>
                    <a:pt x="288" y="3"/>
                    <a:pt x="291" y="0"/>
                  </a:cubicBezTo>
                  <a:lnTo>
                    <a:pt x="0" y="0"/>
                  </a:lnTo>
                  <a:cubicBezTo>
                    <a:pt x="18" y="15"/>
                    <a:pt x="23" y="21"/>
                    <a:pt x="32" y="36"/>
                  </a:cubicBezTo>
                  <a:cubicBezTo>
                    <a:pt x="38" y="46"/>
                    <a:pt x="42" y="56"/>
                    <a:pt x="45" y="67"/>
                  </a:cubicBezTo>
                  <a:cubicBezTo>
                    <a:pt x="48" y="81"/>
                    <a:pt x="51" y="95"/>
                    <a:pt x="51" y="109"/>
                  </a:cubicBezTo>
                  <a:cubicBezTo>
                    <a:pt x="51" y="117"/>
                    <a:pt x="51" y="136"/>
                    <a:pt x="51" y="164"/>
                  </a:cubicBezTo>
                  <a:lnTo>
                    <a:pt x="52" y="216"/>
                  </a:lnTo>
                  <a:lnTo>
                    <a:pt x="52" y="473"/>
                  </a:lnTo>
                  <a:cubicBezTo>
                    <a:pt x="52" y="569"/>
                    <a:pt x="52" y="593"/>
                    <a:pt x="55" y="631"/>
                  </a:cubicBezTo>
                  <a:cubicBezTo>
                    <a:pt x="61" y="697"/>
                    <a:pt x="80" y="749"/>
                    <a:pt x="118" y="796"/>
                  </a:cubicBezTo>
                  <a:cubicBezTo>
                    <a:pt x="186" y="882"/>
                    <a:pt x="295" y="927"/>
                    <a:pt x="435" y="927"/>
                  </a:cubicBezTo>
                  <a:cubicBezTo>
                    <a:pt x="501" y="927"/>
                    <a:pt x="566" y="916"/>
                    <a:pt x="615" y="898"/>
                  </a:cubicBezTo>
                  <a:cubicBezTo>
                    <a:pt x="667" y="879"/>
                    <a:pt x="714" y="847"/>
                    <a:pt x="748" y="809"/>
                  </a:cubicBezTo>
                  <a:cubicBezTo>
                    <a:pt x="790" y="763"/>
                    <a:pt x="814" y="705"/>
                    <a:pt x="821" y="635"/>
                  </a:cubicBezTo>
                  <a:cubicBezTo>
                    <a:pt x="825" y="594"/>
                    <a:pt x="827" y="545"/>
                    <a:pt x="827" y="475"/>
                  </a:cubicBezTo>
                  <a:lnTo>
                    <a:pt x="827" y="217"/>
                  </a:lnTo>
                  <a:lnTo>
                    <a:pt x="826" y="165"/>
                  </a:lnTo>
                  <a:lnTo>
                    <a:pt x="826" y="155"/>
                  </a:lnTo>
                  <a:cubicBezTo>
                    <a:pt x="826" y="117"/>
                    <a:pt x="828" y="94"/>
                    <a:pt x="834" y="73"/>
                  </a:cubicBezTo>
                  <a:cubicBezTo>
                    <a:pt x="837" y="61"/>
                    <a:pt x="842" y="48"/>
                    <a:pt x="849" y="37"/>
                  </a:cubicBezTo>
                  <a:cubicBezTo>
                    <a:pt x="859" y="22"/>
                    <a:pt x="866" y="15"/>
                    <a:pt x="885" y="0"/>
                  </a:cubicBezTo>
                  <a:lnTo>
                    <a:pt x="599" y="0"/>
                  </a:lnTo>
                  <a:cubicBezTo>
                    <a:pt x="616" y="13"/>
                    <a:pt x="622" y="20"/>
                    <a:pt x="631" y="3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F8192D7D-37FB-4624-877F-4BC4661F25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1" y="197"/>
              <a:ext cx="77" cy="80"/>
            </a:xfrm>
            <a:custGeom>
              <a:avLst/>
              <a:gdLst>
                <a:gd name="T0" fmla="*/ 654 w 865"/>
                <a:gd name="T1" fmla="*/ 771 h 897"/>
                <a:gd name="T2" fmla="*/ 654 w 865"/>
                <a:gd name="T3" fmla="*/ 771 h 897"/>
                <a:gd name="T4" fmla="*/ 513 w 865"/>
                <a:gd name="T5" fmla="*/ 783 h 897"/>
                <a:gd name="T6" fmla="*/ 442 w 865"/>
                <a:gd name="T7" fmla="*/ 784 h 897"/>
                <a:gd name="T8" fmla="*/ 304 w 865"/>
                <a:gd name="T9" fmla="*/ 784 h 897"/>
                <a:gd name="T10" fmla="*/ 848 w 865"/>
                <a:gd name="T11" fmla="*/ 0 h 897"/>
                <a:gd name="T12" fmla="*/ 143 w 865"/>
                <a:gd name="T13" fmla="*/ 0 h 897"/>
                <a:gd name="T14" fmla="*/ 56 w 865"/>
                <a:gd name="T15" fmla="*/ 191 h 897"/>
                <a:gd name="T16" fmla="*/ 121 w 865"/>
                <a:gd name="T17" fmla="*/ 160 h 897"/>
                <a:gd name="T18" fmla="*/ 248 w 865"/>
                <a:gd name="T19" fmla="*/ 124 h 897"/>
                <a:gd name="T20" fmla="*/ 375 w 865"/>
                <a:gd name="T21" fmla="*/ 113 h 897"/>
                <a:gd name="T22" fmla="*/ 444 w 865"/>
                <a:gd name="T23" fmla="*/ 112 h 897"/>
                <a:gd name="T24" fmla="*/ 549 w 865"/>
                <a:gd name="T25" fmla="*/ 112 h 897"/>
                <a:gd name="T26" fmla="*/ 0 w 865"/>
                <a:gd name="T27" fmla="*/ 897 h 897"/>
                <a:gd name="T28" fmla="*/ 776 w 865"/>
                <a:gd name="T29" fmla="*/ 897 h 897"/>
                <a:gd name="T30" fmla="*/ 865 w 865"/>
                <a:gd name="T31" fmla="*/ 692 h 897"/>
                <a:gd name="T32" fmla="*/ 800 w 865"/>
                <a:gd name="T33" fmla="*/ 727 h 897"/>
                <a:gd name="T34" fmla="*/ 654 w 865"/>
                <a:gd name="T35" fmla="*/ 771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65" h="897">
                  <a:moveTo>
                    <a:pt x="654" y="771"/>
                  </a:moveTo>
                  <a:lnTo>
                    <a:pt x="654" y="771"/>
                  </a:lnTo>
                  <a:cubicBezTo>
                    <a:pt x="614" y="778"/>
                    <a:pt x="569" y="782"/>
                    <a:pt x="513" y="783"/>
                  </a:cubicBezTo>
                  <a:cubicBezTo>
                    <a:pt x="495" y="784"/>
                    <a:pt x="471" y="784"/>
                    <a:pt x="442" y="784"/>
                  </a:cubicBezTo>
                  <a:lnTo>
                    <a:pt x="304" y="784"/>
                  </a:lnTo>
                  <a:lnTo>
                    <a:pt x="848" y="0"/>
                  </a:lnTo>
                  <a:lnTo>
                    <a:pt x="143" y="0"/>
                  </a:lnTo>
                  <a:lnTo>
                    <a:pt x="56" y="191"/>
                  </a:lnTo>
                  <a:cubicBezTo>
                    <a:pt x="85" y="176"/>
                    <a:pt x="96" y="170"/>
                    <a:pt x="121" y="160"/>
                  </a:cubicBezTo>
                  <a:cubicBezTo>
                    <a:pt x="162" y="144"/>
                    <a:pt x="206" y="132"/>
                    <a:pt x="248" y="124"/>
                  </a:cubicBezTo>
                  <a:cubicBezTo>
                    <a:pt x="285" y="118"/>
                    <a:pt x="319" y="115"/>
                    <a:pt x="375" y="113"/>
                  </a:cubicBezTo>
                  <a:cubicBezTo>
                    <a:pt x="400" y="112"/>
                    <a:pt x="423" y="112"/>
                    <a:pt x="444" y="112"/>
                  </a:cubicBezTo>
                  <a:lnTo>
                    <a:pt x="549" y="112"/>
                  </a:lnTo>
                  <a:lnTo>
                    <a:pt x="0" y="897"/>
                  </a:lnTo>
                  <a:lnTo>
                    <a:pt x="776" y="897"/>
                  </a:lnTo>
                  <a:lnTo>
                    <a:pt x="865" y="692"/>
                  </a:lnTo>
                  <a:cubicBezTo>
                    <a:pt x="834" y="710"/>
                    <a:pt x="823" y="716"/>
                    <a:pt x="800" y="727"/>
                  </a:cubicBezTo>
                  <a:cubicBezTo>
                    <a:pt x="754" y="747"/>
                    <a:pt x="705" y="762"/>
                    <a:pt x="654" y="77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8951349E-FD36-4092-B6F6-02B228122ED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0" y="167"/>
              <a:ext cx="18" cy="18"/>
            </a:xfrm>
            <a:custGeom>
              <a:avLst/>
              <a:gdLst>
                <a:gd name="T0" fmla="*/ 102 w 203"/>
                <a:gd name="T1" fmla="*/ 189 h 203"/>
                <a:gd name="T2" fmla="*/ 102 w 203"/>
                <a:gd name="T3" fmla="*/ 189 h 203"/>
                <a:gd name="T4" fmla="*/ 17 w 203"/>
                <a:gd name="T5" fmla="*/ 102 h 203"/>
                <a:gd name="T6" fmla="*/ 102 w 203"/>
                <a:gd name="T7" fmla="*/ 15 h 203"/>
                <a:gd name="T8" fmla="*/ 187 w 203"/>
                <a:gd name="T9" fmla="*/ 102 h 203"/>
                <a:gd name="T10" fmla="*/ 102 w 203"/>
                <a:gd name="T11" fmla="*/ 189 h 203"/>
                <a:gd name="T12" fmla="*/ 102 w 203"/>
                <a:gd name="T13" fmla="*/ 189 h 203"/>
                <a:gd name="T14" fmla="*/ 102 w 203"/>
                <a:gd name="T15" fmla="*/ 0 h 203"/>
                <a:gd name="T16" fmla="*/ 102 w 203"/>
                <a:gd name="T17" fmla="*/ 0 h 203"/>
                <a:gd name="T18" fmla="*/ 0 w 203"/>
                <a:gd name="T19" fmla="*/ 102 h 203"/>
                <a:gd name="T20" fmla="*/ 102 w 203"/>
                <a:gd name="T21" fmla="*/ 203 h 203"/>
                <a:gd name="T22" fmla="*/ 203 w 203"/>
                <a:gd name="T23" fmla="*/ 102 h 203"/>
                <a:gd name="T24" fmla="*/ 102 w 203"/>
                <a:gd name="T25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3" h="203">
                  <a:moveTo>
                    <a:pt x="102" y="189"/>
                  </a:moveTo>
                  <a:lnTo>
                    <a:pt x="102" y="189"/>
                  </a:lnTo>
                  <a:cubicBezTo>
                    <a:pt x="54" y="189"/>
                    <a:pt x="17" y="154"/>
                    <a:pt x="17" y="102"/>
                  </a:cubicBezTo>
                  <a:cubicBezTo>
                    <a:pt x="17" y="50"/>
                    <a:pt x="54" y="15"/>
                    <a:pt x="102" y="15"/>
                  </a:cubicBezTo>
                  <a:cubicBezTo>
                    <a:pt x="150" y="15"/>
                    <a:pt x="187" y="50"/>
                    <a:pt x="187" y="102"/>
                  </a:cubicBezTo>
                  <a:cubicBezTo>
                    <a:pt x="187" y="154"/>
                    <a:pt x="150" y="189"/>
                    <a:pt x="102" y="189"/>
                  </a:cubicBezTo>
                  <a:lnTo>
                    <a:pt x="102" y="189"/>
                  </a:lnTo>
                  <a:close/>
                  <a:moveTo>
                    <a:pt x="102" y="0"/>
                  </a:moveTo>
                  <a:lnTo>
                    <a:pt x="102" y="0"/>
                  </a:lnTo>
                  <a:cubicBezTo>
                    <a:pt x="46" y="0"/>
                    <a:pt x="0" y="42"/>
                    <a:pt x="0" y="102"/>
                  </a:cubicBezTo>
                  <a:cubicBezTo>
                    <a:pt x="0" y="162"/>
                    <a:pt x="46" y="203"/>
                    <a:pt x="102" y="203"/>
                  </a:cubicBezTo>
                  <a:cubicBezTo>
                    <a:pt x="158" y="203"/>
                    <a:pt x="203" y="162"/>
                    <a:pt x="203" y="102"/>
                  </a:cubicBezTo>
                  <a:cubicBezTo>
                    <a:pt x="203" y="42"/>
                    <a:pt x="158" y="0"/>
                    <a:pt x="10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2" name="Freeform 13">
              <a:extLst>
                <a:ext uri="{FF2B5EF4-FFF2-40B4-BE49-F238E27FC236}">
                  <a16:creationId xmlns:a16="http://schemas.microsoft.com/office/drawing/2014/main" id="{B72629BF-0B35-49EF-A912-DAEE3FADF19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6" y="171"/>
              <a:ext cx="7" cy="9"/>
            </a:xfrm>
            <a:custGeom>
              <a:avLst/>
              <a:gdLst>
                <a:gd name="T0" fmla="*/ 40 w 87"/>
                <a:gd name="T1" fmla="*/ 50 h 107"/>
                <a:gd name="T2" fmla="*/ 40 w 87"/>
                <a:gd name="T3" fmla="*/ 50 h 107"/>
                <a:gd name="T4" fmla="*/ 15 w 87"/>
                <a:gd name="T5" fmla="*/ 50 h 107"/>
                <a:gd name="T6" fmla="*/ 15 w 87"/>
                <a:gd name="T7" fmla="*/ 16 h 107"/>
                <a:gd name="T8" fmla="*/ 38 w 87"/>
                <a:gd name="T9" fmla="*/ 16 h 107"/>
                <a:gd name="T10" fmla="*/ 66 w 87"/>
                <a:gd name="T11" fmla="*/ 33 h 107"/>
                <a:gd name="T12" fmla="*/ 40 w 87"/>
                <a:gd name="T13" fmla="*/ 50 h 107"/>
                <a:gd name="T14" fmla="*/ 40 w 87"/>
                <a:gd name="T15" fmla="*/ 50 h 107"/>
                <a:gd name="T16" fmla="*/ 83 w 87"/>
                <a:gd name="T17" fmla="*/ 33 h 107"/>
                <a:gd name="T18" fmla="*/ 83 w 87"/>
                <a:gd name="T19" fmla="*/ 33 h 107"/>
                <a:gd name="T20" fmla="*/ 32 w 87"/>
                <a:gd name="T21" fmla="*/ 0 h 107"/>
                <a:gd name="T22" fmla="*/ 0 w 87"/>
                <a:gd name="T23" fmla="*/ 0 h 107"/>
                <a:gd name="T24" fmla="*/ 0 w 87"/>
                <a:gd name="T25" fmla="*/ 107 h 107"/>
                <a:gd name="T26" fmla="*/ 15 w 87"/>
                <a:gd name="T27" fmla="*/ 107 h 107"/>
                <a:gd name="T28" fmla="*/ 15 w 87"/>
                <a:gd name="T29" fmla="*/ 66 h 107"/>
                <a:gd name="T30" fmla="*/ 44 w 87"/>
                <a:gd name="T31" fmla="*/ 66 h 107"/>
                <a:gd name="T32" fmla="*/ 46 w 87"/>
                <a:gd name="T33" fmla="*/ 65 h 107"/>
                <a:gd name="T34" fmla="*/ 69 w 87"/>
                <a:gd name="T35" fmla="*/ 107 h 107"/>
                <a:gd name="T36" fmla="*/ 87 w 87"/>
                <a:gd name="T37" fmla="*/ 107 h 107"/>
                <a:gd name="T38" fmla="*/ 62 w 87"/>
                <a:gd name="T39" fmla="*/ 62 h 107"/>
                <a:gd name="T40" fmla="*/ 83 w 87"/>
                <a:gd name="T41" fmla="*/ 3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7" h="107">
                  <a:moveTo>
                    <a:pt x="40" y="50"/>
                  </a:moveTo>
                  <a:lnTo>
                    <a:pt x="40" y="50"/>
                  </a:lnTo>
                  <a:lnTo>
                    <a:pt x="15" y="50"/>
                  </a:lnTo>
                  <a:lnTo>
                    <a:pt x="15" y="16"/>
                  </a:lnTo>
                  <a:lnTo>
                    <a:pt x="38" y="16"/>
                  </a:lnTo>
                  <a:cubicBezTo>
                    <a:pt x="54" y="16"/>
                    <a:pt x="66" y="19"/>
                    <a:pt x="66" y="33"/>
                  </a:cubicBezTo>
                  <a:cubicBezTo>
                    <a:pt x="66" y="45"/>
                    <a:pt x="58" y="50"/>
                    <a:pt x="40" y="50"/>
                  </a:cubicBezTo>
                  <a:lnTo>
                    <a:pt x="40" y="50"/>
                  </a:lnTo>
                  <a:close/>
                  <a:moveTo>
                    <a:pt x="83" y="33"/>
                  </a:moveTo>
                  <a:lnTo>
                    <a:pt x="83" y="33"/>
                  </a:lnTo>
                  <a:cubicBezTo>
                    <a:pt x="83" y="5"/>
                    <a:pt x="64" y="0"/>
                    <a:pt x="32" y="0"/>
                  </a:cubicBezTo>
                  <a:lnTo>
                    <a:pt x="0" y="0"/>
                  </a:lnTo>
                  <a:lnTo>
                    <a:pt x="0" y="107"/>
                  </a:lnTo>
                  <a:lnTo>
                    <a:pt x="15" y="107"/>
                  </a:lnTo>
                  <a:lnTo>
                    <a:pt x="15" y="66"/>
                  </a:lnTo>
                  <a:lnTo>
                    <a:pt x="44" y="66"/>
                  </a:lnTo>
                  <a:cubicBezTo>
                    <a:pt x="45" y="66"/>
                    <a:pt x="46" y="66"/>
                    <a:pt x="46" y="65"/>
                  </a:cubicBezTo>
                  <a:lnTo>
                    <a:pt x="69" y="107"/>
                  </a:lnTo>
                  <a:lnTo>
                    <a:pt x="87" y="107"/>
                  </a:lnTo>
                  <a:lnTo>
                    <a:pt x="62" y="62"/>
                  </a:lnTo>
                  <a:cubicBezTo>
                    <a:pt x="76" y="56"/>
                    <a:pt x="83" y="45"/>
                    <a:pt x="83" y="3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</p:grp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9DEE29F2-F280-4686-A9A8-3959443731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3" name="Footer Placeholder 3">
            <a:extLst>
              <a:ext uri="{FF2B5EF4-FFF2-40B4-BE49-F238E27FC236}">
                <a16:creationId xmlns:a16="http://schemas.microsoft.com/office/drawing/2014/main" id="{F71481AB-279E-41C8-ACA9-C2DA8D6056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785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659" y="260268"/>
            <a:ext cx="9586415" cy="332399"/>
          </a:xfrm>
        </p:spPr>
        <p:txBody>
          <a:bodyPr>
            <a:spAutoFit/>
          </a:bodyPr>
          <a:lstStyle>
            <a:lvl1pPr>
              <a:defRPr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658" y="1208576"/>
            <a:ext cx="11518145" cy="5040145"/>
          </a:xfrm>
        </p:spPr>
        <p:txBody>
          <a:bodyPr/>
          <a:lstStyle>
            <a:lvl1pPr marL="269875" indent="-269875">
              <a:buFont typeface="+mj-lt"/>
              <a:buAutoNum type="arabicPeriod"/>
              <a:defRPr sz="1800">
                <a:latin typeface="+mn-lt"/>
                <a:cs typeface="Arial" panose="020B0604020202020204" pitchFamily="34" charset="0"/>
              </a:defRPr>
            </a:lvl1pPr>
            <a:lvl2pPr marL="539750" indent="-269875">
              <a:buFont typeface="+mj-lt"/>
              <a:buAutoNum type="arabicPeriod"/>
              <a:defRPr sz="1600">
                <a:latin typeface="+mn-lt"/>
                <a:cs typeface="Arial" panose="020B0604020202020204" pitchFamily="34" charset="0"/>
              </a:defRPr>
            </a:lvl2pPr>
            <a:lvl3pPr marL="717550" indent="-177800">
              <a:buFont typeface="+mj-lt"/>
              <a:buAutoNum type="arabicPeriod"/>
              <a:tabLst/>
              <a:defRPr sz="1400">
                <a:latin typeface="+mn-lt"/>
                <a:cs typeface="Arial" panose="020B0604020202020204" pitchFamily="34" charset="0"/>
              </a:defRPr>
            </a:lvl3pPr>
            <a:lvl4pPr marL="898525" indent="-180975">
              <a:buFont typeface="+mj-lt"/>
              <a:buAutoNum type="arabicPeriod"/>
              <a:defRPr sz="1200">
                <a:latin typeface="+mn-lt"/>
                <a:cs typeface="Arial" panose="020B0604020202020204" pitchFamily="34" charset="0"/>
              </a:defRPr>
            </a:lvl4pPr>
            <a:lvl5pPr marL="1074738" indent="-176213">
              <a:buFont typeface="+mj-lt"/>
              <a:buAutoNum type="arabicPeriod"/>
              <a:defRPr sz="12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29817F0A-3E21-4700-B3FF-0F0F0F4AA75C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52658" y="610597"/>
            <a:ext cx="9586415" cy="33239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 i="0">
                <a:solidFill>
                  <a:srgbClr val="2167AE"/>
                </a:solidFill>
                <a:latin typeface="+mn-lt"/>
                <a:cs typeface="Arial" panose="020B0604020202020204" pitchFamily="34" charset="0"/>
              </a:defRPr>
            </a:lvl1pPr>
            <a:lvl2pPr marL="3428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399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noProof="0" dirty="0"/>
          </a:p>
        </p:txBody>
      </p:sp>
      <p:grpSp>
        <p:nvGrpSpPr>
          <p:cNvPr id="22" name="Group 4">
            <a:extLst>
              <a:ext uri="{FF2B5EF4-FFF2-40B4-BE49-F238E27FC236}">
                <a16:creationId xmlns:a16="http://schemas.microsoft.com/office/drawing/2014/main" id="{92465776-45A6-44CD-9072-276FCA8C3D74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178596" y="158751"/>
            <a:ext cx="1773767" cy="683683"/>
            <a:chOff x="79" y="75"/>
            <a:chExt cx="838" cy="323"/>
          </a:xfrm>
          <a:solidFill>
            <a:schemeClr val="accent1"/>
          </a:solidFill>
        </p:grpSpPr>
        <p:sp>
          <p:nvSpPr>
            <p:cNvPr id="23" name="AutoShape 3">
              <a:extLst>
                <a:ext uri="{FF2B5EF4-FFF2-40B4-BE49-F238E27FC236}">
                  <a16:creationId xmlns:a16="http://schemas.microsoft.com/office/drawing/2014/main" id="{29825E3F-4B63-406A-A9CC-3401F6AAD4F5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9" y="75"/>
              <a:ext cx="838" cy="3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39F588E0-375E-40EC-B63E-FA8687F6D1E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9" y="155"/>
              <a:ext cx="163" cy="164"/>
            </a:xfrm>
            <a:custGeom>
              <a:avLst/>
              <a:gdLst>
                <a:gd name="T0" fmla="*/ 920 w 1841"/>
                <a:gd name="T1" fmla="*/ 0 h 1842"/>
                <a:gd name="T2" fmla="*/ 920 w 1841"/>
                <a:gd name="T3" fmla="*/ 0 h 1842"/>
                <a:gd name="T4" fmla="*/ 0 w 1841"/>
                <a:gd name="T5" fmla="*/ 921 h 1842"/>
                <a:gd name="T6" fmla="*/ 0 w 1841"/>
                <a:gd name="T7" fmla="*/ 921 h 1842"/>
                <a:gd name="T8" fmla="*/ 188 w 1841"/>
                <a:gd name="T9" fmla="*/ 1479 h 1842"/>
                <a:gd name="T10" fmla="*/ 954 w 1841"/>
                <a:gd name="T11" fmla="*/ 473 h 1842"/>
                <a:gd name="T12" fmla="*/ 871 w 1841"/>
                <a:gd name="T13" fmla="*/ 474 h 1842"/>
                <a:gd name="T14" fmla="*/ 790 w 1841"/>
                <a:gd name="T15" fmla="*/ 473 h 1842"/>
                <a:gd name="T16" fmla="*/ 561 w 1841"/>
                <a:gd name="T17" fmla="*/ 491 h 1842"/>
                <a:gd name="T18" fmla="*/ 467 w 1841"/>
                <a:gd name="T19" fmla="*/ 530 h 1842"/>
                <a:gd name="T20" fmla="*/ 374 w 1841"/>
                <a:gd name="T21" fmla="*/ 641 h 1842"/>
                <a:gd name="T22" fmla="*/ 361 w 1841"/>
                <a:gd name="T23" fmla="*/ 665 h 1842"/>
                <a:gd name="T24" fmla="*/ 316 w 1841"/>
                <a:gd name="T25" fmla="*/ 655 h 1842"/>
                <a:gd name="T26" fmla="*/ 392 w 1841"/>
                <a:gd name="T27" fmla="*/ 366 h 1842"/>
                <a:gd name="T28" fmla="*/ 1350 w 1841"/>
                <a:gd name="T29" fmla="*/ 366 h 1842"/>
                <a:gd name="T30" fmla="*/ 588 w 1841"/>
                <a:gd name="T31" fmla="*/ 1385 h 1842"/>
                <a:gd name="T32" fmla="*/ 698 w 1841"/>
                <a:gd name="T33" fmla="*/ 1379 h 1842"/>
                <a:gd name="T34" fmla="*/ 839 w 1841"/>
                <a:gd name="T35" fmla="*/ 1385 h 1842"/>
                <a:gd name="T36" fmla="*/ 974 w 1841"/>
                <a:gd name="T37" fmla="*/ 1393 h 1842"/>
                <a:gd name="T38" fmla="*/ 1095 w 1841"/>
                <a:gd name="T39" fmla="*/ 1397 h 1842"/>
                <a:gd name="T40" fmla="*/ 1255 w 1841"/>
                <a:gd name="T41" fmla="*/ 1378 h 1842"/>
                <a:gd name="T42" fmla="*/ 1354 w 1841"/>
                <a:gd name="T43" fmla="*/ 1331 h 1842"/>
                <a:gd name="T44" fmla="*/ 1491 w 1841"/>
                <a:gd name="T45" fmla="*/ 1175 h 1842"/>
                <a:gd name="T46" fmla="*/ 1504 w 1841"/>
                <a:gd name="T47" fmla="*/ 1147 h 1842"/>
                <a:gd name="T48" fmla="*/ 1545 w 1841"/>
                <a:gd name="T49" fmla="*/ 1158 h 1842"/>
                <a:gd name="T50" fmla="*/ 1505 w 1841"/>
                <a:gd name="T51" fmla="*/ 1273 h 1842"/>
                <a:gd name="T52" fmla="*/ 1354 w 1841"/>
                <a:gd name="T53" fmla="*/ 1472 h 1842"/>
                <a:gd name="T54" fmla="*/ 1131 w 1841"/>
                <a:gd name="T55" fmla="*/ 1546 h 1842"/>
                <a:gd name="T56" fmla="*/ 1118 w 1841"/>
                <a:gd name="T57" fmla="*/ 1546 h 1842"/>
                <a:gd name="T58" fmla="*/ 854 w 1841"/>
                <a:gd name="T59" fmla="*/ 1518 h 1842"/>
                <a:gd name="T60" fmla="*/ 544 w 1841"/>
                <a:gd name="T61" fmla="*/ 1486 h 1842"/>
                <a:gd name="T62" fmla="*/ 394 w 1841"/>
                <a:gd name="T63" fmla="*/ 1498 h 1842"/>
                <a:gd name="T64" fmla="*/ 242 w 1841"/>
                <a:gd name="T65" fmla="*/ 1543 h 1842"/>
                <a:gd name="T66" fmla="*/ 920 w 1841"/>
                <a:gd name="T67" fmla="*/ 1842 h 1842"/>
                <a:gd name="T68" fmla="*/ 1841 w 1841"/>
                <a:gd name="T69" fmla="*/ 921 h 1842"/>
                <a:gd name="T70" fmla="*/ 920 w 1841"/>
                <a:gd name="T71" fmla="*/ 0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41" h="1842">
                  <a:moveTo>
                    <a:pt x="920" y="0"/>
                  </a:moveTo>
                  <a:lnTo>
                    <a:pt x="920" y="0"/>
                  </a:lnTo>
                  <a:cubicBezTo>
                    <a:pt x="412" y="0"/>
                    <a:pt x="0" y="412"/>
                    <a:pt x="0" y="921"/>
                  </a:cubicBezTo>
                  <a:lnTo>
                    <a:pt x="0" y="921"/>
                  </a:lnTo>
                  <a:cubicBezTo>
                    <a:pt x="0" y="1131"/>
                    <a:pt x="70" y="1325"/>
                    <a:pt x="188" y="1479"/>
                  </a:cubicBezTo>
                  <a:lnTo>
                    <a:pt x="954" y="473"/>
                  </a:lnTo>
                  <a:lnTo>
                    <a:pt x="871" y="474"/>
                  </a:lnTo>
                  <a:lnTo>
                    <a:pt x="790" y="473"/>
                  </a:lnTo>
                  <a:cubicBezTo>
                    <a:pt x="702" y="473"/>
                    <a:pt x="620" y="480"/>
                    <a:pt x="561" y="491"/>
                  </a:cubicBezTo>
                  <a:cubicBezTo>
                    <a:pt x="525" y="498"/>
                    <a:pt x="493" y="511"/>
                    <a:pt x="467" y="530"/>
                  </a:cubicBezTo>
                  <a:cubicBezTo>
                    <a:pt x="437" y="551"/>
                    <a:pt x="399" y="596"/>
                    <a:pt x="374" y="641"/>
                  </a:cubicBezTo>
                  <a:cubicBezTo>
                    <a:pt x="371" y="646"/>
                    <a:pt x="367" y="654"/>
                    <a:pt x="361" y="665"/>
                  </a:cubicBezTo>
                  <a:lnTo>
                    <a:pt x="316" y="655"/>
                  </a:lnTo>
                  <a:lnTo>
                    <a:pt x="392" y="366"/>
                  </a:lnTo>
                  <a:lnTo>
                    <a:pt x="1350" y="366"/>
                  </a:lnTo>
                  <a:lnTo>
                    <a:pt x="588" y="1385"/>
                  </a:lnTo>
                  <a:cubicBezTo>
                    <a:pt x="638" y="1380"/>
                    <a:pt x="658" y="1379"/>
                    <a:pt x="698" y="1379"/>
                  </a:cubicBezTo>
                  <a:cubicBezTo>
                    <a:pt x="729" y="1379"/>
                    <a:pt x="776" y="1381"/>
                    <a:pt x="839" y="1385"/>
                  </a:cubicBezTo>
                  <a:lnTo>
                    <a:pt x="974" y="1393"/>
                  </a:lnTo>
                  <a:cubicBezTo>
                    <a:pt x="1023" y="1396"/>
                    <a:pt x="1064" y="1397"/>
                    <a:pt x="1095" y="1397"/>
                  </a:cubicBezTo>
                  <a:cubicBezTo>
                    <a:pt x="1165" y="1397"/>
                    <a:pt x="1210" y="1392"/>
                    <a:pt x="1255" y="1378"/>
                  </a:cubicBezTo>
                  <a:cubicBezTo>
                    <a:pt x="1290" y="1367"/>
                    <a:pt x="1324" y="1351"/>
                    <a:pt x="1354" y="1331"/>
                  </a:cubicBezTo>
                  <a:cubicBezTo>
                    <a:pt x="1408" y="1293"/>
                    <a:pt x="1460" y="1234"/>
                    <a:pt x="1491" y="1175"/>
                  </a:cubicBezTo>
                  <a:cubicBezTo>
                    <a:pt x="1494" y="1169"/>
                    <a:pt x="1499" y="1160"/>
                    <a:pt x="1504" y="1147"/>
                  </a:cubicBezTo>
                  <a:lnTo>
                    <a:pt x="1545" y="1158"/>
                  </a:lnTo>
                  <a:cubicBezTo>
                    <a:pt x="1532" y="1208"/>
                    <a:pt x="1525" y="1228"/>
                    <a:pt x="1505" y="1273"/>
                  </a:cubicBezTo>
                  <a:cubicBezTo>
                    <a:pt x="1464" y="1364"/>
                    <a:pt x="1417" y="1425"/>
                    <a:pt x="1354" y="1472"/>
                  </a:cubicBezTo>
                  <a:cubicBezTo>
                    <a:pt x="1289" y="1521"/>
                    <a:pt x="1216" y="1544"/>
                    <a:pt x="1131" y="1546"/>
                  </a:cubicBezTo>
                  <a:lnTo>
                    <a:pt x="1118" y="1546"/>
                  </a:lnTo>
                  <a:cubicBezTo>
                    <a:pt x="1055" y="1546"/>
                    <a:pt x="1006" y="1541"/>
                    <a:pt x="854" y="1518"/>
                  </a:cubicBezTo>
                  <a:cubicBezTo>
                    <a:pt x="700" y="1494"/>
                    <a:pt x="621" y="1486"/>
                    <a:pt x="544" y="1486"/>
                  </a:cubicBezTo>
                  <a:cubicBezTo>
                    <a:pt x="492" y="1486"/>
                    <a:pt x="444" y="1490"/>
                    <a:pt x="394" y="1498"/>
                  </a:cubicBezTo>
                  <a:cubicBezTo>
                    <a:pt x="328" y="1508"/>
                    <a:pt x="302" y="1516"/>
                    <a:pt x="242" y="1543"/>
                  </a:cubicBezTo>
                  <a:cubicBezTo>
                    <a:pt x="410" y="1727"/>
                    <a:pt x="652" y="1842"/>
                    <a:pt x="920" y="1842"/>
                  </a:cubicBezTo>
                  <a:cubicBezTo>
                    <a:pt x="1429" y="1842"/>
                    <a:pt x="1841" y="1430"/>
                    <a:pt x="1841" y="921"/>
                  </a:cubicBezTo>
                  <a:cubicBezTo>
                    <a:pt x="1841" y="412"/>
                    <a:pt x="1429" y="0"/>
                    <a:pt x="9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D34591EA-1804-432E-9DF8-8D75A1B897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2" y="197"/>
              <a:ext cx="25" cy="80"/>
            </a:xfrm>
            <a:custGeom>
              <a:avLst/>
              <a:gdLst>
                <a:gd name="T0" fmla="*/ 232 w 288"/>
                <a:gd name="T1" fmla="*/ 166 h 897"/>
                <a:gd name="T2" fmla="*/ 232 w 288"/>
                <a:gd name="T3" fmla="*/ 166 h 897"/>
                <a:gd name="T4" fmla="*/ 241 w 288"/>
                <a:gd name="T5" fmla="*/ 65 h 897"/>
                <a:gd name="T6" fmla="*/ 254 w 288"/>
                <a:gd name="T7" fmla="*/ 37 h 897"/>
                <a:gd name="T8" fmla="*/ 288 w 288"/>
                <a:gd name="T9" fmla="*/ 0 h 897"/>
                <a:gd name="T10" fmla="*/ 0 w 288"/>
                <a:gd name="T11" fmla="*/ 0 h 897"/>
                <a:gd name="T12" fmla="*/ 33 w 288"/>
                <a:gd name="T13" fmla="*/ 35 h 897"/>
                <a:gd name="T14" fmla="*/ 47 w 288"/>
                <a:gd name="T15" fmla="*/ 64 h 897"/>
                <a:gd name="T16" fmla="*/ 56 w 288"/>
                <a:gd name="T17" fmla="*/ 161 h 897"/>
                <a:gd name="T18" fmla="*/ 56 w 288"/>
                <a:gd name="T19" fmla="*/ 215 h 897"/>
                <a:gd name="T20" fmla="*/ 56 w 288"/>
                <a:gd name="T21" fmla="*/ 752 h 897"/>
                <a:gd name="T22" fmla="*/ 42 w 288"/>
                <a:gd name="T23" fmla="*/ 839 h 897"/>
                <a:gd name="T24" fmla="*/ 28 w 288"/>
                <a:gd name="T25" fmla="*/ 865 h 897"/>
                <a:gd name="T26" fmla="*/ 1 w 288"/>
                <a:gd name="T27" fmla="*/ 897 h 897"/>
                <a:gd name="T28" fmla="*/ 285 w 288"/>
                <a:gd name="T29" fmla="*/ 897 h 897"/>
                <a:gd name="T30" fmla="*/ 258 w 288"/>
                <a:gd name="T31" fmla="*/ 865 h 897"/>
                <a:gd name="T32" fmla="*/ 243 w 288"/>
                <a:gd name="T33" fmla="*/ 838 h 897"/>
                <a:gd name="T34" fmla="*/ 231 w 288"/>
                <a:gd name="T35" fmla="*/ 759 h 897"/>
                <a:gd name="T36" fmla="*/ 231 w 288"/>
                <a:gd name="T37" fmla="*/ 218 h 897"/>
                <a:gd name="T38" fmla="*/ 232 w 288"/>
                <a:gd name="T39" fmla="*/ 166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88" h="897">
                  <a:moveTo>
                    <a:pt x="232" y="166"/>
                  </a:moveTo>
                  <a:lnTo>
                    <a:pt x="232" y="166"/>
                  </a:lnTo>
                  <a:cubicBezTo>
                    <a:pt x="232" y="106"/>
                    <a:pt x="233" y="89"/>
                    <a:pt x="241" y="65"/>
                  </a:cubicBezTo>
                  <a:cubicBezTo>
                    <a:pt x="244" y="55"/>
                    <a:pt x="248" y="46"/>
                    <a:pt x="254" y="37"/>
                  </a:cubicBezTo>
                  <a:cubicBezTo>
                    <a:pt x="263" y="22"/>
                    <a:pt x="270" y="14"/>
                    <a:pt x="288" y="0"/>
                  </a:cubicBezTo>
                  <a:lnTo>
                    <a:pt x="0" y="0"/>
                  </a:lnTo>
                  <a:cubicBezTo>
                    <a:pt x="18" y="16"/>
                    <a:pt x="24" y="22"/>
                    <a:pt x="33" y="35"/>
                  </a:cubicBezTo>
                  <a:cubicBezTo>
                    <a:pt x="39" y="44"/>
                    <a:pt x="44" y="54"/>
                    <a:pt x="47" y="64"/>
                  </a:cubicBezTo>
                  <a:cubicBezTo>
                    <a:pt x="53" y="86"/>
                    <a:pt x="56" y="108"/>
                    <a:pt x="56" y="161"/>
                  </a:cubicBezTo>
                  <a:cubicBezTo>
                    <a:pt x="56" y="188"/>
                    <a:pt x="56" y="206"/>
                    <a:pt x="56" y="215"/>
                  </a:cubicBezTo>
                  <a:lnTo>
                    <a:pt x="56" y="752"/>
                  </a:lnTo>
                  <a:cubicBezTo>
                    <a:pt x="56" y="784"/>
                    <a:pt x="51" y="817"/>
                    <a:pt x="42" y="839"/>
                  </a:cubicBezTo>
                  <a:cubicBezTo>
                    <a:pt x="39" y="848"/>
                    <a:pt x="34" y="857"/>
                    <a:pt x="28" y="865"/>
                  </a:cubicBezTo>
                  <a:cubicBezTo>
                    <a:pt x="21" y="875"/>
                    <a:pt x="16" y="880"/>
                    <a:pt x="1" y="897"/>
                  </a:cubicBezTo>
                  <a:lnTo>
                    <a:pt x="285" y="897"/>
                  </a:lnTo>
                  <a:cubicBezTo>
                    <a:pt x="271" y="885"/>
                    <a:pt x="266" y="879"/>
                    <a:pt x="258" y="865"/>
                  </a:cubicBezTo>
                  <a:cubicBezTo>
                    <a:pt x="252" y="856"/>
                    <a:pt x="247" y="847"/>
                    <a:pt x="243" y="838"/>
                  </a:cubicBezTo>
                  <a:cubicBezTo>
                    <a:pt x="236" y="817"/>
                    <a:pt x="231" y="787"/>
                    <a:pt x="231" y="759"/>
                  </a:cubicBezTo>
                  <a:lnTo>
                    <a:pt x="231" y="218"/>
                  </a:lnTo>
                  <a:lnTo>
                    <a:pt x="232" y="1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1464E370-4743-44E5-9FC2-433C03C5B2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" y="197"/>
              <a:ext cx="77" cy="80"/>
            </a:xfrm>
            <a:custGeom>
              <a:avLst/>
              <a:gdLst>
                <a:gd name="T0" fmla="*/ 810 w 869"/>
                <a:gd name="T1" fmla="*/ 165 h 897"/>
                <a:gd name="T2" fmla="*/ 810 w 869"/>
                <a:gd name="T3" fmla="*/ 165 h 897"/>
                <a:gd name="T4" fmla="*/ 819 w 869"/>
                <a:gd name="T5" fmla="*/ 70 h 897"/>
                <a:gd name="T6" fmla="*/ 834 w 869"/>
                <a:gd name="T7" fmla="*/ 37 h 897"/>
                <a:gd name="T8" fmla="*/ 869 w 869"/>
                <a:gd name="T9" fmla="*/ 0 h 897"/>
                <a:gd name="T10" fmla="*/ 576 w 869"/>
                <a:gd name="T11" fmla="*/ 0 h 897"/>
                <a:gd name="T12" fmla="*/ 609 w 869"/>
                <a:gd name="T13" fmla="*/ 36 h 897"/>
                <a:gd name="T14" fmla="*/ 624 w 869"/>
                <a:gd name="T15" fmla="*/ 67 h 897"/>
                <a:gd name="T16" fmla="*/ 634 w 869"/>
                <a:gd name="T17" fmla="*/ 162 h 897"/>
                <a:gd name="T18" fmla="*/ 634 w 869"/>
                <a:gd name="T19" fmla="*/ 379 h 897"/>
                <a:gd name="T20" fmla="*/ 232 w 869"/>
                <a:gd name="T21" fmla="*/ 379 h 897"/>
                <a:gd name="T22" fmla="*/ 232 w 869"/>
                <a:gd name="T23" fmla="*/ 216 h 897"/>
                <a:gd name="T24" fmla="*/ 234 w 869"/>
                <a:gd name="T25" fmla="*/ 109 h 897"/>
                <a:gd name="T26" fmla="*/ 241 w 869"/>
                <a:gd name="T27" fmla="*/ 70 h 897"/>
                <a:gd name="T28" fmla="*/ 278 w 869"/>
                <a:gd name="T29" fmla="*/ 9 h 897"/>
                <a:gd name="T30" fmla="*/ 288 w 869"/>
                <a:gd name="T31" fmla="*/ 0 h 897"/>
                <a:gd name="T32" fmla="*/ 1 w 869"/>
                <a:gd name="T33" fmla="*/ 0 h 897"/>
                <a:gd name="T34" fmla="*/ 30 w 869"/>
                <a:gd name="T35" fmla="*/ 34 h 897"/>
                <a:gd name="T36" fmla="*/ 46 w 869"/>
                <a:gd name="T37" fmla="*/ 64 h 897"/>
                <a:gd name="T38" fmla="*/ 56 w 869"/>
                <a:gd name="T39" fmla="*/ 159 h 897"/>
                <a:gd name="T40" fmla="*/ 57 w 869"/>
                <a:gd name="T41" fmla="*/ 216 h 897"/>
                <a:gd name="T42" fmla="*/ 57 w 869"/>
                <a:gd name="T43" fmla="*/ 707 h 897"/>
                <a:gd name="T44" fmla="*/ 53 w 869"/>
                <a:gd name="T45" fmla="*/ 802 h 897"/>
                <a:gd name="T46" fmla="*/ 44 w 869"/>
                <a:gd name="T47" fmla="*/ 838 h 897"/>
                <a:gd name="T48" fmla="*/ 9 w 869"/>
                <a:gd name="T49" fmla="*/ 888 h 897"/>
                <a:gd name="T50" fmla="*/ 0 w 869"/>
                <a:gd name="T51" fmla="*/ 897 h 897"/>
                <a:gd name="T52" fmla="*/ 284 w 869"/>
                <a:gd name="T53" fmla="*/ 897 h 897"/>
                <a:gd name="T54" fmla="*/ 260 w 869"/>
                <a:gd name="T55" fmla="*/ 867 h 897"/>
                <a:gd name="T56" fmla="*/ 245 w 869"/>
                <a:gd name="T57" fmla="*/ 839 h 897"/>
                <a:gd name="T58" fmla="*/ 232 w 869"/>
                <a:gd name="T59" fmla="*/ 761 h 897"/>
                <a:gd name="T60" fmla="*/ 232 w 869"/>
                <a:gd name="T61" fmla="*/ 707 h 897"/>
                <a:gd name="T62" fmla="*/ 232 w 869"/>
                <a:gd name="T63" fmla="*/ 490 h 897"/>
                <a:gd name="T64" fmla="*/ 634 w 869"/>
                <a:gd name="T65" fmla="*/ 490 h 897"/>
                <a:gd name="T66" fmla="*/ 634 w 869"/>
                <a:gd name="T67" fmla="*/ 709 h 897"/>
                <a:gd name="T68" fmla="*/ 630 w 869"/>
                <a:gd name="T69" fmla="*/ 800 h 897"/>
                <a:gd name="T70" fmla="*/ 620 w 869"/>
                <a:gd name="T71" fmla="*/ 838 h 897"/>
                <a:gd name="T72" fmla="*/ 588 w 869"/>
                <a:gd name="T73" fmla="*/ 885 h 897"/>
                <a:gd name="T74" fmla="*/ 575 w 869"/>
                <a:gd name="T75" fmla="*/ 897 h 897"/>
                <a:gd name="T76" fmla="*/ 862 w 869"/>
                <a:gd name="T77" fmla="*/ 897 h 897"/>
                <a:gd name="T78" fmla="*/ 838 w 869"/>
                <a:gd name="T79" fmla="*/ 869 h 897"/>
                <a:gd name="T80" fmla="*/ 821 w 869"/>
                <a:gd name="T81" fmla="*/ 839 h 897"/>
                <a:gd name="T82" fmla="*/ 810 w 869"/>
                <a:gd name="T83" fmla="*/ 758 h 897"/>
                <a:gd name="T84" fmla="*/ 809 w 869"/>
                <a:gd name="T85" fmla="*/ 712 h 897"/>
                <a:gd name="T86" fmla="*/ 810 w 869"/>
                <a:gd name="T87" fmla="*/ 218 h 897"/>
                <a:gd name="T88" fmla="*/ 810 w 869"/>
                <a:gd name="T89" fmla="*/ 16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69" h="897">
                  <a:moveTo>
                    <a:pt x="810" y="165"/>
                  </a:moveTo>
                  <a:lnTo>
                    <a:pt x="810" y="165"/>
                  </a:lnTo>
                  <a:cubicBezTo>
                    <a:pt x="810" y="125"/>
                    <a:pt x="813" y="95"/>
                    <a:pt x="819" y="70"/>
                  </a:cubicBezTo>
                  <a:cubicBezTo>
                    <a:pt x="823" y="59"/>
                    <a:pt x="828" y="48"/>
                    <a:pt x="834" y="37"/>
                  </a:cubicBezTo>
                  <a:cubicBezTo>
                    <a:pt x="843" y="22"/>
                    <a:pt x="850" y="14"/>
                    <a:pt x="869" y="0"/>
                  </a:cubicBezTo>
                  <a:lnTo>
                    <a:pt x="576" y="0"/>
                  </a:lnTo>
                  <a:cubicBezTo>
                    <a:pt x="593" y="14"/>
                    <a:pt x="599" y="20"/>
                    <a:pt x="609" y="36"/>
                  </a:cubicBezTo>
                  <a:cubicBezTo>
                    <a:pt x="616" y="46"/>
                    <a:pt x="621" y="57"/>
                    <a:pt x="624" y="67"/>
                  </a:cubicBezTo>
                  <a:cubicBezTo>
                    <a:pt x="631" y="88"/>
                    <a:pt x="634" y="115"/>
                    <a:pt x="634" y="162"/>
                  </a:cubicBezTo>
                  <a:lnTo>
                    <a:pt x="634" y="379"/>
                  </a:lnTo>
                  <a:lnTo>
                    <a:pt x="232" y="379"/>
                  </a:lnTo>
                  <a:lnTo>
                    <a:pt x="232" y="216"/>
                  </a:lnTo>
                  <a:cubicBezTo>
                    <a:pt x="232" y="166"/>
                    <a:pt x="232" y="134"/>
                    <a:pt x="234" y="109"/>
                  </a:cubicBezTo>
                  <a:cubicBezTo>
                    <a:pt x="235" y="95"/>
                    <a:pt x="238" y="82"/>
                    <a:pt x="241" y="70"/>
                  </a:cubicBezTo>
                  <a:cubicBezTo>
                    <a:pt x="247" y="51"/>
                    <a:pt x="264" y="24"/>
                    <a:pt x="278" y="9"/>
                  </a:cubicBezTo>
                  <a:cubicBezTo>
                    <a:pt x="280" y="7"/>
                    <a:pt x="284" y="4"/>
                    <a:pt x="288" y="0"/>
                  </a:cubicBezTo>
                  <a:lnTo>
                    <a:pt x="1" y="0"/>
                  </a:lnTo>
                  <a:cubicBezTo>
                    <a:pt x="18" y="17"/>
                    <a:pt x="23" y="23"/>
                    <a:pt x="30" y="34"/>
                  </a:cubicBezTo>
                  <a:cubicBezTo>
                    <a:pt x="37" y="43"/>
                    <a:pt x="42" y="53"/>
                    <a:pt x="46" y="64"/>
                  </a:cubicBezTo>
                  <a:cubicBezTo>
                    <a:pt x="53" y="87"/>
                    <a:pt x="55" y="100"/>
                    <a:pt x="56" y="159"/>
                  </a:cubicBezTo>
                  <a:lnTo>
                    <a:pt x="57" y="216"/>
                  </a:lnTo>
                  <a:lnTo>
                    <a:pt x="57" y="707"/>
                  </a:lnTo>
                  <a:cubicBezTo>
                    <a:pt x="57" y="757"/>
                    <a:pt x="56" y="779"/>
                    <a:pt x="53" y="802"/>
                  </a:cubicBezTo>
                  <a:cubicBezTo>
                    <a:pt x="51" y="814"/>
                    <a:pt x="48" y="825"/>
                    <a:pt x="44" y="838"/>
                  </a:cubicBezTo>
                  <a:cubicBezTo>
                    <a:pt x="37" y="857"/>
                    <a:pt x="26" y="872"/>
                    <a:pt x="9" y="888"/>
                  </a:cubicBezTo>
                  <a:cubicBezTo>
                    <a:pt x="7" y="890"/>
                    <a:pt x="4" y="893"/>
                    <a:pt x="0" y="897"/>
                  </a:cubicBezTo>
                  <a:lnTo>
                    <a:pt x="284" y="897"/>
                  </a:lnTo>
                  <a:cubicBezTo>
                    <a:pt x="271" y="884"/>
                    <a:pt x="267" y="878"/>
                    <a:pt x="260" y="867"/>
                  </a:cubicBezTo>
                  <a:cubicBezTo>
                    <a:pt x="254" y="859"/>
                    <a:pt x="249" y="849"/>
                    <a:pt x="245" y="839"/>
                  </a:cubicBezTo>
                  <a:cubicBezTo>
                    <a:pt x="236" y="815"/>
                    <a:pt x="233" y="799"/>
                    <a:pt x="232" y="761"/>
                  </a:cubicBezTo>
                  <a:cubicBezTo>
                    <a:pt x="232" y="741"/>
                    <a:pt x="232" y="724"/>
                    <a:pt x="232" y="707"/>
                  </a:cubicBezTo>
                  <a:lnTo>
                    <a:pt x="232" y="490"/>
                  </a:lnTo>
                  <a:lnTo>
                    <a:pt x="634" y="490"/>
                  </a:lnTo>
                  <a:lnTo>
                    <a:pt x="634" y="709"/>
                  </a:lnTo>
                  <a:cubicBezTo>
                    <a:pt x="634" y="757"/>
                    <a:pt x="633" y="775"/>
                    <a:pt x="630" y="800"/>
                  </a:cubicBezTo>
                  <a:cubicBezTo>
                    <a:pt x="628" y="813"/>
                    <a:pt x="625" y="826"/>
                    <a:pt x="620" y="838"/>
                  </a:cubicBezTo>
                  <a:cubicBezTo>
                    <a:pt x="613" y="855"/>
                    <a:pt x="603" y="871"/>
                    <a:pt x="588" y="885"/>
                  </a:cubicBezTo>
                  <a:cubicBezTo>
                    <a:pt x="585" y="888"/>
                    <a:pt x="581" y="892"/>
                    <a:pt x="575" y="897"/>
                  </a:cubicBezTo>
                  <a:lnTo>
                    <a:pt x="862" y="897"/>
                  </a:lnTo>
                  <a:cubicBezTo>
                    <a:pt x="850" y="885"/>
                    <a:pt x="846" y="880"/>
                    <a:pt x="838" y="869"/>
                  </a:cubicBezTo>
                  <a:cubicBezTo>
                    <a:pt x="831" y="859"/>
                    <a:pt x="825" y="849"/>
                    <a:pt x="821" y="839"/>
                  </a:cubicBezTo>
                  <a:cubicBezTo>
                    <a:pt x="813" y="818"/>
                    <a:pt x="811" y="803"/>
                    <a:pt x="810" y="758"/>
                  </a:cubicBezTo>
                  <a:cubicBezTo>
                    <a:pt x="809" y="732"/>
                    <a:pt x="809" y="717"/>
                    <a:pt x="809" y="712"/>
                  </a:cubicBezTo>
                  <a:lnTo>
                    <a:pt x="810" y="218"/>
                  </a:lnTo>
                  <a:lnTo>
                    <a:pt x="810" y="16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9E8A5F19-1B1B-4CF5-A816-52323B3A8B3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2" y="197"/>
              <a:ext cx="73" cy="80"/>
            </a:xfrm>
            <a:custGeom>
              <a:avLst/>
              <a:gdLst>
                <a:gd name="T0" fmla="*/ 408 w 822"/>
                <a:gd name="T1" fmla="*/ 395 h 897"/>
                <a:gd name="T2" fmla="*/ 408 w 822"/>
                <a:gd name="T3" fmla="*/ 395 h 897"/>
                <a:gd name="T4" fmla="*/ 295 w 822"/>
                <a:gd name="T5" fmla="*/ 431 h 897"/>
                <a:gd name="T6" fmla="*/ 248 w 822"/>
                <a:gd name="T7" fmla="*/ 435 h 897"/>
                <a:gd name="T8" fmla="*/ 233 w 822"/>
                <a:gd name="T9" fmla="*/ 435 h 897"/>
                <a:gd name="T10" fmla="*/ 233 w 822"/>
                <a:gd name="T11" fmla="*/ 103 h 897"/>
                <a:gd name="T12" fmla="*/ 257 w 822"/>
                <a:gd name="T13" fmla="*/ 102 h 897"/>
                <a:gd name="T14" fmla="*/ 378 w 822"/>
                <a:gd name="T15" fmla="*/ 117 h 897"/>
                <a:gd name="T16" fmla="*/ 439 w 822"/>
                <a:gd name="T17" fmla="*/ 149 h 897"/>
                <a:gd name="T18" fmla="*/ 485 w 822"/>
                <a:gd name="T19" fmla="*/ 260 h 897"/>
                <a:gd name="T20" fmla="*/ 450 w 822"/>
                <a:gd name="T21" fmla="*/ 361 h 897"/>
                <a:gd name="T22" fmla="*/ 408 w 822"/>
                <a:gd name="T23" fmla="*/ 395 h 897"/>
                <a:gd name="T24" fmla="*/ 408 w 822"/>
                <a:gd name="T25" fmla="*/ 395 h 897"/>
                <a:gd name="T26" fmla="*/ 750 w 822"/>
                <a:gd name="T27" fmla="*/ 835 h 897"/>
                <a:gd name="T28" fmla="*/ 750 w 822"/>
                <a:gd name="T29" fmla="*/ 835 h 897"/>
                <a:gd name="T30" fmla="*/ 649 w 822"/>
                <a:gd name="T31" fmla="*/ 730 h 897"/>
                <a:gd name="T32" fmla="*/ 583 w 822"/>
                <a:gd name="T33" fmla="*/ 657 h 897"/>
                <a:gd name="T34" fmla="*/ 444 w 822"/>
                <a:gd name="T35" fmla="*/ 493 h 897"/>
                <a:gd name="T36" fmla="*/ 484 w 822"/>
                <a:gd name="T37" fmla="*/ 480 h 897"/>
                <a:gd name="T38" fmla="*/ 594 w 822"/>
                <a:gd name="T39" fmla="*/ 416 h 897"/>
                <a:gd name="T40" fmla="*/ 665 w 822"/>
                <a:gd name="T41" fmla="*/ 313 h 897"/>
                <a:gd name="T42" fmla="*/ 676 w 822"/>
                <a:gd name="T43" fmla="*/ 244 h 897"/>
                <a:gd name="T44" fmla="*/ 615 w 822"/>
                <a:gd name="T45" fmla="*/ 97 h 897"/>
                <a:gd name="T46" fmla="*/ 470 w 822"/>
                <a:gd name="T47" fmla="*/ 16 h 897"/>
                <a:gd name="T48" fmla="*/ 316 w 822"/>
                <a:gd name="T49" fmla="*/ 1 h 897"/>
                <a:gd name="T50" fmla="*/ 233 w 822"/>
                <a:gd name="T51" fmla="*/ 0 h 897"/>
                <a:gd name="T52" fmla="*/ 2 w 822"/>
                <a:gd name="T53" fmla="*/ 0 h 897"/>
                <a:gd name="T54" fmla="*/ 32 w 822"/>
                <a:gd name="T55" fmla="*/ 33 h 897"/>
                <a:gd name="T56" fmla="*/ 47 w 822"/>
                <a:gd name="T57" fmla="*/ 66 h 897"/>
                <a:gd name="T58" fmla="*/ 56 w 822"/>
                <a:gd name="T59" fmla="*/ 162 h 897"/>
                <a:gd name="T60" fmla="*/ 56 w 822"/>
                <a:gd name="T61" fmla="*/ 750 h 897"/>
                <a:gd name="T62" fmla="*/ 46 w 822"/>
                <a:gd name="T63" fmla="*/ 837 h 897"/>
                <a:gd name="T64" fmla="*/ 31 w 822"/>
                <a:gd name="T65" fmla="*/ 865 h 897"/>
                <a:gd name="T66" fmla="*/ 0 w 822"/>
                <a:gd name="T67" fmla="*/ 897 h 897"/>
                <a:gd name="T68" fmla="*/ 285 w 822"/>
                <a:gd name="T69" fmla="*/ 897 h 897"/>
                <a:gd name="T70" fmla="*/ 261 w 822"/>
                <a:gd name="T71" fmla="*/ 867 h 897"/>
                <a:gd name="T72" fmla="*/ 245 w 822"/>
                <a:gd name="T73" fmla="*/ 840 h 897"/>
                <a:gd name="T74" fmla="*/ 234 w 822"/>
                <a:gd name="T75" fmla="*/ 757 h 897"/>
                <a:gd name="T76" fmla="*/ 233 w 822"/>
                <a:gd name="T77" fmla="*/ 712 h 897"/>
                <a:gd name="T78" fmla="*/ 233 w 822"/>
                <a:gd name="T79" fmla="*/ 510 h 897"/>
                <a:gd name="T80" fmla="*/ 400 w 822"/>
                <a:gd name="T81" fmla="*/ 710 h 897"/>
                <a:gd name="T82" fmla="*/ 437 w 822"/>
                <a:gd name="T83" fmla="*/ 753 h 897"/>
                <a:gd name="T84" fmla="*/ 481 w 822"/>
                <a:gd name="T85" fmla="*/ 801 h 897"/>
                <a:gd name="T86" fmla="*/ 573 w 822"/>
                <a:gd name="T87" fmla="*/ 875 h 897"/>
                <a:gd name="T88" fmla="*/ 662 w 822"/>
                <a:gd name="T89" fmla="*/ 896 h 897"/>
                <a:gd name="T90" fmla="*/ 709 w 822"/>
                <a:gd name="T91" fmla="*/ 897 h 897"/>
                <a:gd name="T92" fmla="*/ 822 w 822"/>
                <a:gd name="T93" fmla="*/ 897 h 897"/>
                <a:gd name="T94" fmla="*/ 789 w 822"/>
                <a:gd name="T95" fmla="*/ 870 h 897"/>
                <a:gd name="T96" fmla="*/ 750 w 822"/>
                <a:gd name="T97" fmla="*/ 83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2" h="897">
                  <a:moveTo>
                    <a:pt x="408" y="395"/>
                  </a:moveTo>
                  <a:lnTo>
                    <a:pt x="408" y="395"/>
                  </a:lnTo>
                  <a:cubicBezTo>
                    <a:pt x="376" y="413"/>
                    <a:pt x="343" y="424"/>
                    <a:pt x="295" y="431"/>
                  </a:cubicBezTo>
                  <a:cubicBezTo>
                    <a:pt x="277" y="434"/>
                    <a:pt x="261" y="435"/>
                    <a:pt x="248" y="435"/>
                  </a:cubicBezTo>
                  <a:cubicBezTo>
                    <a:pt x="243" y="435"/>
                    <a:pt x="240" y="435"/>
                    <a:pt x="233" y="435"/>
                  </a:cubicBezTo>
                  <a:lnTo>
                    <a:pt x="233" y="103"/>
                  </a:lnTo>
                  <a:cubicBezTo>
                    <a:pt x="245" y="102"/>
                    <a:pt x="249" y="102"/>
                    <a:pt x="257" y="102"/>
                  </a:cubicBezTo>
                  <a:cubicBezTo>
                    <a:pt x="301" y="102"/>
                    <a:pt x="344" y="107"/>
                    <a:pt x="378" y="117"/>
                  </a:cubicBezTo>
                  <a:cubicBezTo>
                    <a:pt x="400" y="123"/>
                    <a:pt x="421" y="135"/>
                    <a:pt x="439" y="149"/>
                  </a:cubicBezTo>
                  <a:cubicBezTo>
                    <a:pt x="469" y="175"/>
                    <a:pt x="485" y="213"/>
                    <a:pt x="485" y="260"/>
                  </a:cubicBezTo>
                  <a:cubicBezTo>
                    <a:pt x="485" y="300"/>
                    <a:pt x="473" y="335"/>
                    <a:pt x="450" y="361"/>
                  </a:cubicBezTo>
                  <a:cubicBezTo>
                    <a:pt x="439" y="373"/>
                    <a:pt x="425" y="385"/>
                    <a:pt x="408" y="395"/>
                  </a:cubicBezTo>
                  <a:lnTo>
                    <a:pt x="408" y="395"/>
                  </a:lnTo>
                  <a:close/>
                  <a:moveTo>
                    <a:pt x="750" y="835"/>
                  </a:moveTo>
                  <a:lnTo>
                    <a:pt x="750" y="835"/>
                  </a:lnTo>
                  <a:cubicBezTo>
                    <a:pt x="719" y="804"/>
                    <a:pt x="691" y="776"/>
                    <a:pt x="649" y="730"/>
                  </a:cubicBezTo>
                  <a:cubicBezTo>
                    <a:pt x="622" y="702"/>
                    <a:pt x="600" y="677"/>
                    <a:pt x="583" y="657"/>
                  </a:cubicBezTo>
                  <a:lnTo>
                    <a:pt x="444" y="493"/>
                  </a:lnTo>
                  <a:cubicBezTo>
                    <a:pt x="461" y="488"/>
                    <a:pt x="468" y="486"/>
                    <a:pt x="484" y="480"/>
                  </a:cubicBezTo>
                  <a:cubicBezTo>
                    <a:pt x="529" y="462"/>
                    <a:pt x="563" y="442"/>
                    <a:pt x="594" y="416"/>
                  </a:cubicBezTo>
                  <a:cubicBezTo>
                    <a:pt x="630" y="386"/>
                    <a:pt x="652" y="354"/>
                    <a:pt x="665" y="313"/>
                  </a:cubicBezTo>
                  <a:cubicBezTo>
                    <a:pt x="673" y="291"/>
                    <a:pt x="676" y="267"/>
                    <a:pt x="676" y="244"/>
                  </a:cubicBezTo>
                  <a:cubicBezTo>
                    <a:pt x="676" y="189"/>
                    <a:pt x="656" y="139"/>
                    <a:pt x="615" y="97"/>
                  </a:cubicBezTo>
                  <a:cubicBezTo>
                    <a:pt x="579" y="58"/>
                    <a:pt x="527" y="30"/>
                    <a:pt x="470" y="16"/>
                  </a:cubicBezTo>
                  <a:cubicBezTo>
                    <a:pt x="429" y="7"/>
                    <a:pt x="388" y="2"/>
                    <a:pt x="316" y="1"/>
                  </a:cubicBezTo>
                  <a:cubicBezTo>
                    <a:pt x="289" y="0"/>
                    <a:pt x="262" y="0"/>
                    <a:pt x="233" y="0"/>
                  </a:cubicBezTo>
                  <a:lnTo>
                    <a:pt x="2" y="0"/>
                  </a:lnTo>
                  <a:cubicBezTo>
                    <a:pt x="17" y="14"/>
                    <a:pt x="23" y="20"/>
                    <a:pt x="32" y="33"/>
                  </a:cubicBezTo>
                  <a:cubicBezTo>
                    <a:pt x="38" y="44"/>
                    <a:pt x="44" y="55"/>
                    <a:pt x="47" y="66"/>
                  </a:cubicBezTo>
                  <a:cubicBezTo>
                    <a:pt x="53" y="86"/>
                    <a:pt x="56" y="114"/>
                    <a:pt x="56" y="162"/>
                  </a:cubicBezTo>
                  <a:lnTo>
                    <a:pt x="56" y="750"/>
                  </a:lnTo>
                  <a:cubicBezTo>
                    <a:pt x="56" y="793"/>
                    <a:pt x="53" y="817"/>
                    <a:pt x="46" y="837"/>
                  </a:cubicBezTo>
                  <a:cubicBezTo>
                    <a:pt x="42" y="847"/>
                    <a:pt x="37" y="857"/>
                    <a:pt x="31" y="865"/>
                  </a:cubicBezTo>
                  <a:cubicBezTo>
                    <a:pt x="22" y="876"/>
                    <a:pt x="17" y="882"/>
                    <a:pt x="0" y="897"/>
                  </a:cubicBezTo>
                  <a:lnTo>
                    <a:pt x="285" y="897"/>
                  </a:lnTo>
                  <a:cubicBezTo>
                    <a:pt x="273" y="883"/>
                    <a:pt x="269" y="878"/>
                    <a:pt x="261" y="867"/>
                  </a:cubicBezTo>
                  <a:cubicBezTo>
                    <a:pt x="254" y="859"/>
                    <a:pt x="249" y="850"/>
                    <a:pt x="245" y="840"/>
                  </a:cubicBezTo>
                  <a:cubicBezTo>
                    <a:pt x="238" y="820"/>
                    <a:pt x="234" y="799"/>
                    <a:pt x="234" y="757"/>
                  </a:cubicBezTo>
                  <a:cubicBezTo>
                    <a:pt x="234" y="744"/>
                    <a:pt x="233" y="729"/>
                    <a:pt x="233" y="712"/>
                  </a:cubicBezTo>
                  <a:lnTo>
                    <a:pt x="233" y="510"/>
                  </a:lnTo>
                  <a:lnTo>
                    <a:pt x="400" y="710"/>
                  </a:lnTo>
                  <a:cubicBezTo>
                    <a:pt x="407" y="719"/>
                    <a:pt x="420" y="734"/>
                    <a:pt x="437" y="753"/>
                  </a:cubicBezTo>
                  <a:cubicBezTo>
                    <a:pt x="456" y="775"/>
                    <a:pt x="471" y="791"/>
                    <a:pt x="481" y="801"/>
                  </a:cubicBezTo>
                  <a:cubicBezTo>
                    <a:pt x="513" y="835"/>
                    <a:pt x="543" y="859"/>
                    <a:pt x="573" y="875"/>
                  </a:cubicBezTo>
                  <a:cubicBezTo>
                    <a:pt x="599" y="889"/>
                    <a:pt x="624" y="895"/>
                    <a:pt x="662" y="896"/>
                  </a:cubicBezTo>
                  <a:cubicBezTo>
                    <a:pt x="677" y="897"/>
                    <a:pt x="693" y="897"/>
                    <a:pt x="709" y="897"/>
                  </a:cubicBezTo>
                  <a:lnTo>
                    <a:pt x="822" y="897"/>
                  </a:lnTo>
                  <a:cubicBezTo>
                    <a:pt x="807" y="885"/>
                    <a:pt x="800" y="880"/>
                    <a:pt x="789" y="870"/>
                  </a:cubicBezTo>
                  <a:cubicBezTo>
                    <a:pt x="777" y="859"/>
                    <a:pt x="764" y="848"/>
                    <a:pt x="750" y="83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3A59E67B-6470-45A3-A232-3D34F6927A3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9" y="195"/>
              <a:ext cx="68" cy="84"/>
            </a:xfrm>
            <a:custGeom>
              <a:avLst/>
              <a:gdLst>
                <a:gd name="T0" fmla="*/ 668 w 765"/>
                <a:gd name="T1" fmla="*/ 790 h 944"/>
                <a:gd name="T2" fmla="*/ 668 w 765"/>
                <a:gd name="T3" fmla="*/ 790 h 944"/>
                <a:gd name="T4" fmla="*/ 512 w 765"/>
                <a:gd name="T5" fmla="*/ 823 h 944"/>
                <a:gd name="T6" fmla="*/ 281 w 765"/>
                <a:gd name="T7" fmla="*/ 727 h 944"/>
                <a:gd name="T8" fmla="*/ 191 w 765"/>
                <a:gd name="T9" fmla="*/ 478 h 944"/>
                <a:gd name="T10" fmla="*/ 272 w 765"/>
                <a:gd name="T11" fmla="*/ 236 h 944"/>
                <a:gd name="T12" fmla="*/ 354 w 765"/>
                <a:gd name="T13" fmla="*/ 170 h 944"/>
                <a:gd name="T14" fmla="*/ 527 w 765"/>
                <a:gd name="T15" fmla="*/ 126 h 944"/>
                <a:gd name="T16" fmla="*/ 688 w 765"/>
                <a:gd name="T17" fmla="*/ 159 h 944"/>
                <a:gd name="T18" fmla="*/ 762 w 765"/>
                <a:gd name="T19" fmla="*/ 199 h 944"/>
                <a:gd name="T20" fmla="*/ 762 w 765"/>
                <a:gd name="T21" fmla="*/ 31 h 944"/>
                <a:gd name="T22" fmla="*/ 708 w 765"/>
                <a:gd name="T23" fmla="*/ 16 h 944"/>
                <a:gd name="T24" fmla="*/ 550 w 765"/>
                <a:gd name="T25" fmla="*/ 0 h 944"/>
                <a:gd name="T26" fmla="*/ 294 w 765"/>
                <a:gd name="T27" fmla="*/ 48 h 944"/>
                <a:gd name="T28" fmla="*/ 171 w 765"/>
                <a:gd name="T29" fmla="*/ 121 h 944"/>
                <a:gd name="T30" fmla="*/ 0 w 765"/>
                <a:gd name="T31" fmla="*/ 488 h 944"/>
                <a:gd name="T32" fmla="*/ 164 w 765"/>
                <a:gd name="T33" fmla="*/ 840 h 944"/>
                <a:gd name="T34" fmla="*/ 499 w 765"/>
                <a:gd name="T35" fmla="*/ 944 h 944"/>
                <a:gd name="T36" fmla="*/ 751 w 765"/>
                <a:gd name="T37" fmla="*/ 904 h 944"/>
                <a:gd name="T38" fmla="*/ 765 w 765"/>
                <a:gd name="T39" fmla="*/ 899 h 944"/>
                <a:gd name="T40" fmla="*/ 765 w 765"/>
                <a:gd name="T41" fmla="*/ 736 h 944"/>
                <a:gd name="T42" fmla="*/ 724 w 765"/>
                <a:gd name="T43" fmla="*/ 763 h 944"/>
                <a:gd name="T44" fmla="*/ 668 w 765"/>
                <a:gd name="T45" fmla="*/ 790 h 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65" h="944">
                  <a:moveTo>
                    <a:pt x="668" y="790"/>
                  </a:moveTo>
                  <a:lnTo>
                    <a:pt x="668" y="790"/>
                  </a:lnTo>
                  <a:cubicBezTo>
                    <a:pt x="614" y="813"/>
                    <a:pt x="565" y="823"/>
                    <a:pt x="512" y="823"/>
                  </a:cubicBezTo>
                  <a:cubicBezTo>
                    <a:pt x="419" y="823"/>
                    <a:pt x="340" y="790"/>
                    <a:pt x="281" y="727"/>
                  </a:cubicBezTo>
                  <a:cubicBezTo>
                    <a:pt x="222" y="664"/>
                    <a:pt x="191" y="577"/>
                    <a:pt x="191" y="478"/>
                  </a:cubicBezTo>
                  <a:cubicBezTo>
                    <a:pt x="191" y="384"/>
                    <a:pt x="220" y="297"/>
                    <a:pt x="272" y="236"/>
                  </a:cubicBezTo>
                  <a:cubicBezTo>
                    <a:pt x="295" y="210"/>
                    <a:pt x="322" y="187"/>
                    <a:pt x="354" y="170"/>
                  </a:cubicBezTo>
                  <a:cubicBezTo>
                    <a:pt x="404" y="141"/>
                    <a:pt x="463" y="126"/>
                    <a:pt x="527" y="126"/>
                  </a:cubicBezTo>
                  <a:cubicBezTo>
                    <a:pt x="582" y="126"/>
                    <a:pt x="635" y="137"/>
                    <a:pt x="688" y="159"/>
                  </a:cubicBezTo>
                  <a:cubicBezTo>
                    <a:pt x="722" y="172"/>
                    <a:pt x="734" y="179"/>
                    <a:pt x="762" y="199"/>
                  </a:cubicBezTo>
                  <a:lnTo>
                    <a:pt x="762" y="31"/>
                  </a:lnTo>
                  <a:cubicBezTo>
                    <a:pt x="740" y="24"/>
                    <a:pt x="731" y="21"/>
                    <a:pt x="708" y="16"/>
                  </a:cubicBezTo>
                  <a:cubicBezTo>
                    <a:pt x="656" y="5"/>
                    <a:pt x="606" y="0"/>
                    <a:pt x="550" y="0"/>
                  </a:cubicBezTo>
                  <a:cubicBezTo>
                    <a:pt x="453" y="0"/>
                    <a:pt x="370" y="16"/>
                    <a:pt x="294" y="48"/>
                  </a:cubicBezTo>
                  <a:cubicBezTo>
                    <a:pt x="249" y="67"/>
                    <a:pt x="207" y="91"/>
                    <a:pt x="171" y="121"/>
                  </a:cubicBezTo>
                  <a:cubicBezTo>
                    <a:pt x="60" y="210"/>
                    <a:pt x="0" y="339"/>
                    <a:pt x="0" y="488"/>
                  </a:cubicBezTo>
                  <a:cubicBezTo>
                    <a:pt x="0" y="632"/>
                    <a:pt x="58" y="756"/>
                    <a:pt x="164" y="840"/>
                  </a:cubicBezTo>
                  <a:cubicBezTo>
                    <a:pt x="251" y="909"/>
                    <a:pt x="364" y="944"/>
                    <a:pt x="499" y="944"/>
                  </a:cubicBezTo>
                  <a:cubicBezTo>
                    <a:pt x="583" y="944"/>
                    <a:pt x="662" y="931"/>
                    <a:pt x="751" y="904"/>
                  </a:cubicBezTo>
                  <a:cubicBezTo>
                    <a:pt x="754" y="903"/>
                    <a:pt x="759" y="901"/>
                    <a:pt x="765" y="899"/>
                  </a:cubicBezTo>
                  <a:lnTo>
                    <a:pt x="765" y="736"/>
                  </a:lnTo>
                  <a:cubicBezTo>
                    <a:pt x="744" y="750"/>
                    <a:pt x="736" y="755"/>
                    <a:pt x="724" y="763"/>
                  </a:cubicBezTo>
                  <a:cubicBezTo>
                    <a:pt x="706" y="773"/>
                    <a:pt x="688" y="782"/>
                    <a:pt x="668" y="79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FB7FCD77-BC08-401D-BA83-CC238615B31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1" y="197"/>
              <a:ext cx="78" cy="83"/>
            </a:xfrm>
            <a:custGeom>
              <a:avLst/>
              <a:gdLst>
                <a:gd name="T0" fmla="*/ 631 w 885"/>
                <a:gd name="T1" fmla="*/ 34 h 927"/>
                <a:gd name="T2" fmla="*/ 631 w 885"/>
                <a:gd name="T3" fmla="*/ 34 h 927"/>
                <a:gd name="T4" fmla="*/ 644 w 885"/>
                <a:gd name="T5" fmla="*/ 65 h 927"/>
                <a:gd name="T6" fmla="*/ 652 w 885"/>
                <a:gd name="T7" fmla="*/ 159 h 927"/>
                <a:gd name="T8" fmla="*/ 652 w 885"/>
                <a:gd name="T9" fmla="*/ 500 h 927"/>
                <a:gd name="T10" fmla="*/ 645 w 885"/>
                <a:gd name="T11" fmla="*/ 652 h 927"/>
                <a:gd name="T12" fmla="*/ 621 w 885"/>
                <a:gd name="T13" fmla="*/ 718 h 927"/>
                <a:gd name="T14" fmla="*/ 511 w 885"/>
                <a:gd name="T15" fmla="*/ 795 h 927"/>
                <a:gd name="T16" fmla="*/ 448 w 885"/>
                <a:gd name="T17" fmla="*/ 802 h 927"/>
                <a:gd name="T18" fmla="*/ 272 w 885"/>
                <a:gd name="T19" fmla="*/ 726 h 927"/>
                <a:gd name="T20" fmla="*/ 240 w 885"/>
                <a:gd name="T21" fmla="*/ 562 h 927"/>
                <a:gd name="T22" fmla="*/ 239 w 885"/>
                <a:gd name="T23" fmla="*/ 488 h 927"/>
                <a:gd name="T24" fmla="*/ 239 w 885"/>
                <a:gd name="T25" fmla="*/ 218 h 927"/>
                <a:gd name="T26" fmla="*/ 241 w 885"/>
                <a:gd name="T27" fmla="*/ 114 h 927"/>
                <a:gd name="T28" fmla="*/ 248 w 885"/>
                <a:gd name="T29" fmla="*/ 73 h 927"/>
                <a:gd name="T30" fmla="*/ 284 w 885"/>
                <a:gd name="T31" fmla="*/ 8 h 927"/>
                <a:gd name="T32" fmla="*/ 291 w 885"/>
                <a:gd name="T33" fmla="*/ 0 h 927"/>
                <a:gd name="T34" fmla="*/ 0 w 885"/>
                <a:gd name="T35" fmla="*/ 0 h 927"/>
                <a:gd name="T36" fmla="*/ 32 w 885"/>
                <a:gd name="T37" fmla="*/ 36 h 927"/>
                <a:gd name="T38" fmla="*/ 45 w 885"/>
                <a:gd name="T39" fmla="*/ 67 h 927"/>
                <a:gd name="T40" fmla="*/ 51 w 885"/>
                <a:gd name="T41" fmla="*/ 109 h 927"/>
                <a:gd name="T42" fmla="*/ 51 w 885"/>
                <a:gd name="T43" fmla="*/ 164 h 927"/>
                <a:gd name="T44" fmla="*/ 52 w 885"/>
                <a:gd name="T45" fmla="*/ 216 h 927"/>
                <a:gd name="T46" fmla="*/ 52 w 885"/>
                <a:gd name="T47" fmla="*/ 473 h 927"/>
                <a:gd name="T48" fmla="*/ 55 w 885"/>
                <a:gd name="T49" fmla="*/ 631 h 927"/>
                <a:gd name="T50" fmla="*/ 118 w 885"/>
                <a:gd name="T51" fmla="*/ 796 h 927"/>
                <a:gd name="T52" fmla="*/ 435 w 885"/>
                <a:gd name="T53" fmla="*/ 927 h 927"/>
                <a:gd name="T54" fmla="*/ 615 w 885"/>
                <a:gd name="T55" fmla="*/ 898 h 927"/>
                <a:gd name="T56" fmla="*/ 748 w 885"/>
                <a:gd name="T57" fmla="*/ 809 h 927"/>
                <a:gd name="T58" fmla="*/ 821 w 885"/>
                <a:gd name="T59" fmla="*/ 635 h 927"/>
                <a:gd name="T60" fmla="*/ 827 w 885"/>
                <a:gd name="T61" fmla="*/ 475 h 927"/>
                <a:gd name="T62" fmla="*/ 827 w 885"/>
                <a:gd name="T63" fmla="*/ 217 h 927"/>
                <a:gd name="T64" fmla="*/ 826 w 885"/>
                <a:gd name="T65" fmla="*/ 165 h 927"/>
                <a:gd name="T66" fmla="*/ 826 w 885"/>
                <a:gd name="T67" fmla="*/ 155 h 927"/>
                <a:gd name="T68" fmla="*/ 834 w 885"/>
                <a:gd name="T69" fmla="*/ 73 h 927"/>
                <a:gd name="T70" fmla="*/ 849 w 885"/>
                <a:gd name="T71" fmla="*/ 37 h 927"/>
                <a:gd name="T72" fmla="*/ 885 w 885"/>
                <a:gd name="T73" fmla="*/ 0 h 927"/>
                <a:gd name="T74" fmla="*/ 599 w 885"/>
                <a:gd name="T75" fmla="*/ 0 h 927"/>
                <a:gd name="T76" fmla="*/ 631 w 885"/>
                <a:gd name="T77" fmla="*/ 34 h 9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85" h="927">
                  <a:moveTo>
                    <a:pt x="631" y="34"/>
                  </a:moveTo>
                  <a:lnTo>
                    <a:pt x="631" y="34"/>
                  </a:lnTo>
                  <a:cubicBezTo>
                    <a:pt x="637" y="44"/>
                    <a:pt x="641" y="54"/>
                    <a:pt x="644" y="65"/>
                  </a:cubicBezTo>
                  <a:cubicBezTo>
                    <a:pt x="650" y="87"/>
                    <a:pt x="652" y="108"/>
                    <a:pt x="652" y="159"/>
                  </a:cubicBezTo>
                  <a:lnTo>
                    <a:pt x="652" y="500"/>
                  </a:lnTo>
                  <a:cubicBezTo>
                    <a:pt x="652" y="573"/>
                    <a:pt x="650" y="617"/>
                    <a:pt x="645" y="652"/>
                  </a:cubicBezTo>
                  <a:cubicBezTo>
                    <a:pt x="641" y="676"/>
                    <a:pt x="633" y="698"/>
                    <a:pt x="621" y="718"/>
                  </a:cubicBezTo>
                  <a:cubicBezTo>
                    <a:pt x="600" y="755"/>
                    <a:pt x="559" y="783"/>
                    <a:pt x="511" y="795"/>
                  </a:cubicBezTo>
                  <a:cubicBezTo>
                    <a:pt x="492" y="800"/>
                    <a:pt x="470" y="802"/>
                    <a:pt x="448" y="802"/>
                  </a:cubicBezTo>
                  <a:cubicBezTo>
                    <a:pt x="371" y="802"/>
                    <a:pt x="304" y="773"/>
                    <a:pt x="272" y="726"/>
                  </a:cubicBezTo>
                  <a:cubicBezTo>
                    <a:pt x="248" y="690"/>
                    <a:pt x="241" y="655"/>
                    <a:pt x="240" y="562"/>
                  </a:cubicBezTo>
                  <a:lnTo>
                    <a:pt x="239" y="488"/>
                  </a:lnTo>
                  <a:lnTo>
                    <a:pt x="239" y="218"/>
                  </a:lnTo>
                  <a:cubicBezTo>
                    <a:pt x="239" y="166"/>
                    <a:pt x="239" y="141"/>
                    <a:pt x="241" y="114"/>
                  </a:cubicBezTo>
                  <a:cubicBezTo>
                    <a:pt x="242" y="98"/>
                    <a:pt x="244" y="84"/>
                    <a:pt x="248" y="73"/>
                  </a:cubicBezTo>
                  <a:cubicBezTo>
                    <a:pt x="254" y="52"/>
                    <a:pt x="269" y="25"/>
                    <a:pt x="284" y="8"/>
                  </a:cubicBezTo>
                  <a:cubicBezTo>
                    <a:pt x="286" y="6"/>
                    <a:pt x="288" y="3"/>
                    <a:pt x="291" y="0"/>
                  </a:cubicBezTo>
                  <a:lnTo>
                    <a:pt x="0" y="0"/>
                  </a:lnTo>
                  <a:cubicBezTo>
                    <a:pt x="18" y="15"/>
                    <a:pt x="23" y="21"/>
                    <a:pt x="32" y="36"/>
                  </a:cubicBezTo>
                  <a:cubicBezTo>
                    <a:pt x="38" y="46"/>
                    <a:pt x="42" y="56"/>
                    <a:pt x="45" y="67"/>
                  </a:cubicBezTo>
                  <a:cubicBezTo>
                    <a:pt x="48" y="81"/>
                    <a:pt x="51" y="95"/>
                    <a:pt x="51" y="109"/>
                  </a:cubicBezTo>
                  <a:cubicBezTo>
                    <a:pt x="51" y="117"/>
                    <a:pt x="51" y="136"/>
                    <a:pt x="51" y="164"/>
                  </a:cubicBezTo>
                  <a:lnTo>
                    <a:pt x="52" y="216"/>
                  </a:lnTo>
                  <a:lnTo>
                    <a:pt x="52" y="473"/>
                  </a:lnTo>
                  <a:cubicBezTo>
                    <a:pt x="52" y="569"/>
                    <a:pt x="52" y="593"/>
                    <a:pt x="55" y="631"/>
                  </a:cubicBezTo>
                  <a:cubicBezTo>
                    <a:pt x="61" y="697"/>
                    <a:pt x="80" y="749"/>
                    <a:pt x="118" y="796"/>
                  </a:cubicBezTo>
                  <a:cubicBezTo>
                    <a:pt x="186" y="882"/>
                    <a:pt x="295" y="927"/>
                    <a:pt x="435" y="927"/>
                  </a:cubicBezTo>
                  <a:cubicBezTo>
                    <a:pt x="501" y="927"/>
                    <a:pt x="566" y="916"/>
                    <a:pt x="615" y="898"/>
                  </a:cubicBezTo>
                  <a:cubicBezTo>
                    <a:pt x="667" y="879"/>
                    <a:pt x="714" y="847"/>
                    <a:pt x="748" y="809"/>
                  </a:cubicBezTo>
                  <a:cubicBezTo>
                    <a:pt x="790" y="763"/>
                    <a:pt x="814" y="705"/>
                    <a:pt x="821" y="635"/>
                  </a:cubicBezTo>
                  <a:cubicBezTo>
                    <a:pt x="825" y="594"/>
                    <a:pt x="827" y="545"/>
                    <a:pt x="827" y="475"/>
                  </a:cubicBezTo>
                  <a:lnTo>
                    <a:pt x="827" y="217"/>
                  </a:lnTo>
                  <a:lnTo>
                    <a:pt x="826" y="165"/>
                  </a:lnTo>
                  <a:lnTo>
                    <a:pt x="826" y="155"/>
                  </a:lnTo>
                  <a:cubicBezTo>
                    <a:pt x="826" y="117"/>
                    <a:pt x="828" y="94"/>
                    <a:pt x="834" y="73"/>
                  </a:cubicBezTo>
                  <a:cubicBezTo>
                    <a:pt x="837" y="61"/>
                    <a:pt x="842" y="48"/>
                    <a:pt x="849" y="37"/>
                  </a:cubicBezTo>
                  <a:cubicBezTo>
                    <a:pt x="859" y="22"/>
                    <a:pt x="866" y="15"/>
                    <a:pt x="885" y="0"/>
                  </a:cubicBezTo>
                  <a:lnTo>
                    <a:pt x="599" y="0"/>
                  </a:lnTo>
                  <a:cubicBezTo>
                    <a:pt x="616" y="13"/>
                    <a:pt x="622" y="20"/>
                    <a:pt x="631" y="3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09B25551-6DF8-4F9E-8F74-6699ECBF1A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1" y="197"/>
              <a:ext cx="77" cy="80"/>
            </a:xfrm>
            <a:custGeom>
              <a:avLst/>
              <a:gdLst>
                <a:gd name="T0" fmla="*/ 654 w 865"/>
                <a:gd name="T1" fmla="*/ 771 h 897"/>
                <a:gd name="T2" fmla="*/ 654 w 865"/>
                <a:gd name="T3" fmla="*/ 771 h 897"/>
                <a:gd name="T4" fmla="*/ 513 w 865"/>
                <a:gd name="T5" fmla="*/ 783 h 897"/>
                <a:gd name="T6" fmla="*/ 442 w 865"/>
                <a:gd name="T7" fmla="*/ 784 h 897"/>
                <a:gd name="T8" fmla="*/ 304 w 865"/>
                <a:gd name="T9" fmla="*/ 784 h 897"/>
                <a:gd name="T10" fmla="*/ 848 w 865"/>
                <a:gd name="T11" fmla="*/ 0 h 897"/>
                <a:gd name="T12" fmla="*/ 143 w 865"/>
                <a:gd name="T13" fmla="*/ 0 h 897"/>
                <a:gd name="T14" fmla="*/ 56 w 865"/>
                <a:gd name="T15" fmla="*/ 191 h 897"/>
                <a:gd name="T16" fmla="*/ 121 w 865"/>
                <a:gd name="T17" fmla="*/ 160 h 897"/>
                <a:gd name="T18" fmla="*/ 248 w 865"/>
                <a:gd name="T19" fmla="*/ 124 h 897"/>
                <a:gd name="T20" fmla="*/ 375 w 865"/>
                <a:gd name="T21" fmla="*/ 113 h 897"/>
                <a:gd name="T22" fmla="*/ 444 w 865"/>
                <a:gd name="T23" fmla="*/ 112 h 897"/>
                <a:gd name="T24" fmla="*/ 549 w 865"/>
                <a:gd name="T25" fmla="*/ 112 h 897"/>
                <a:gd name="T26" fmla="*/ 0 w 865"/>
                <a:gd name="T27" fmla="*/ 897 h 897"/>
                <a:gd name="T28" fmla="*/ 776 w 865"/>
                <a:gd name="T29" fmla="*/ 897 h 897"/>
                <a:gd name="T30" fmla="*/ 865 w 865"/>
                <a:gd name="T31" fmla="*/ 692 h 897"/>
                <a:gd name="T32" fmla="*/ 800 w 865"/>
                <a:gd name="T33" fmla="*/ 727 h 897"/>
                <a:gd name="T34" fmla="*/ 654 w 865"/>
                <a:gd name="T35" fmla="*/ 771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65" h="897">
                  <a:moveTo>
                    <a:pt x="654" y="771"/>
                  </a:moveTo>
                  <a:lnTo>
                    <a:pt x="654" y="771"/>
                  </a:lnTo>
                  <a:cubicBezTo>
                    <a:pt x="614" y="778"/>
                    <a:pt x="569" y="782"/>
                    <a:pt x="513" y="783"/>
                  </a:cubicBezTo>
                  <a:cubicBezTo>
                    <a:pt x="495" y="784"/>
                    <a:pt x="471" y="784"/>
                    <a:pt x="442" y="784"/>
                  </a:cubicBezTo>
                  <a:lnTo>
                    <a:pt x="304" y="784"/>
                  </a:lnTo>
                  <a:lnTo>
                    <a:pt x="848" y="0"/>
                  </a:lnTo>
                  <a:lnTo>
                    <a:pt x="143" y="0"/>
                  </a:lnTo>
                  <a:lnTo>
                    <a:pt x="56" y="191"/>
                  </a:lnTo>
                  <a:cubicBezTo>
                    <a:pt x="85" y="176"/>
                    <a:pt x="96" y="170"/>
                    <a:pt x="121" y="160"/>
                  </a:cubicBezTo>
                  <a:cubicBezTo>
                    <a:pt x="162" y="144"/>
                    <a:pt x="206" y="132"/>
                    <a:pt x="248" y="124"/>
                  </a:cubicBezTo>
                  <a:cubicBezTo>
                    <a:pt x="285" y="118"/>
                    <a:pt x="319" y="115"/>
                    <a:pt x="375" y="113"/>
                  </a:cubicBezTo>
                  <a:cubicBezTo>
                    <a:pt x="400" y="112"/>
                    <a:pt x="423" y="112"/>
                    <a:pt x="444" y="112"/>
                  </a:cubicBezTo>
                  <a:lnTo>
                    <a:pt x="549" y="112"/>
                  </a:lnTo>
                  <a:lnTo>
                    <a:pt x="0" y="897"/>
                  </a:lnTo>
                  <a:lnTo>
                    <a:pt x="776" y="897"/>
                  </a:lnTo>
                  <a:lnTo>
                    <a:pt x="865" y="692"/>
                  </a:lnTo>
                  <a:cubicBezTo>
                    <a:pt x="834" y="710"/>
                    <a:pt x="823" y="716"/>
                    <a:pt x="800" y="727"/>
                  </a:cubicBezTo>
                  <a:cubicBezTo>
                    <a:pt x="754" y="747"/>
                    <a:pt x="705" y="762"/>
                    <a:pt x="654" y="77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17CA347B-4422-42D0-8D53-F54D93B92BF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0" y="167"/>
              <a:ext cx="18" cy="18"/>
            </a:xfrm>
            <a:custGeom>
              <a:avLst/>
              <a:gdLst>
                <a:gd name="T0" fmla="*/ 102 w 203"/>
                <a:gd name="T1" fmla="*/ 189 h 203"/>
                <a:gd name="T2" fmla="*/ 102 w 203"/>
                <a:gd name="T3" fmla="*/ 189 h 203"/>
                <a:gd name="T4" fmla="*/ 17 w 203"/>
                <a:gd name="T5" fmla="*/ 102 h 203"/>
                <a:gd name="T6" fmla="*/ 102 w 203"/>
                <a:gd name="T7" fmla="*/ 15 h 203"/>
                <a:gd name="T8" fmla="*/ 187 w 203"/>
                <a:gd name="T9" fmla="*/ 102 h 203"/>
                <a:gd name="T10" fmla="*/ 102 w 203"/>
                <a:gd name="T11" fmla="*/ 189 h 203"/>
                <a:gd name="T12" fmla="*/ 102 w 203"/>
                <a:gd name="T13" fmla="*/ 189 h 203"/>
                <a:gd name="T14" fmla="*/ 102 w 203"/>
                <a:gd name="T15" fmla="*/ 0 h 203"/>
                <a:gd name="T16" fmla="*/ 102 w 203"/>
                <a:gd name="T17" fmla="*/ 0 h 203"/>
                <a:gd name="T18" fmla="*/ 0 w 203"/>
                <a:gd name="T19" fmla="*/ 102 h 203"/>
                <a:gd name="T20" fmla="*/ 102 w 203"/>
                <a:gd name="T21" fmla="*/ 203 h 203"/>
                <a:gd name="T22" fmla="*/ 203 w 203"/>
                <a:gd name="T23" fmla="*/ 102 h 203"/>
                <a:gd name="T24" fmla="*/ 102 w 203"/>
                <a:gd name="T25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3" h="203">
                  <a:moveTo>
                    <a:pt x="102" y="189"/>
                  </a:moveTo>
                  <a:lnTo>
                    <a:pt x="102" y="189"/>
                  </a:lnTo>
                  <a:cubicBezTo>
                    <a:pt x="54" y="189"/>
                    <a:pt x="17" y="154"/>
                    <a:pt x="17" y="102"/>
                  </a:cubicBezTo>
                  <a:cubicBezTo>
                    <a:pt x="17" y="50"/>
                    <a:pt x="54" y="15"/>
                    <a:pt x="102" y="15"/>
                  </a:cubicBezTo>
                  <a:cubicBezTo>
                    <a:pt x="150" y="15"/>
                    <a:pt x="187" y="50"/>
                    <a:pt x="187" y="102"/>
                  </a:cubicBezTo>
                  <a:cubicBezTo>
                    <a:pt x="187" y="154"/>
                    <a:pt x="150" y="189"/>
                    <a:pt x="102" y="189"/>
                  </a:cubicBezTo>
                  <a:lnTo>
                    <a:pt x="102" y="189"/>
                  </a:lnTo>
                  <a:close/>
                  <a:moveTo>
                    <a:pt x="102" y="0"/>
                  </a:moveTo>
                  <a:lnTo>
                    <a:pt x="102" y="0"/>
                  </a:lnTo>
                  <a:cubicBezTo>
                    <a:pt x="46" y="0"/>
                    <a:pt x="0" y="42"/>
                    <a:pt x="0" y="102"/>
                  </a:cubicBezTo>
                  <a:cubicBezTo>
                    <a:pt x="0" y="162"/>
                    <a:pt x="46" y="203"/>
                    <a:pt x="102" y="203"/>
                  </a:cubicBezTo>
                  <a:cubicBezTo>
                    <a:pt x="158" y="203"/>
                    <a:pt x="203" y="162"/>
                    <a:pt x="203" y="102"/>
                  </a:cubicBezTo>
                  <a:cubicBezTo>
                    <a:pt x="203" y="42"/>
                    <a:pt x="158" y="0"/>
                    <a:pt x="10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2" name="Freeform 13">
              <a:extLst>
                <a:ext uri="{FF2B5EF4-FFF2-40B4-BE49-F238E27FC236}">
                  <a16:creationId xmlns:a16="http://schemas.microsoft.com/office/drawing/2014/main" id="{E0DDBEEA-CFEE-403F-8FAC-331A201DFB6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6" y="171"/>
              <a:ext cx="7" cy="9"/>
            </a:xfrm>
            <a:custGeom>
              <a:avLst/>
              <a:gdLst>
                <a:gd name="T0" fmla="*/ 40 w 87"/>
                <a:gd name="T1" fmla="*/ 50 h 107"/>
                <a:gd name="T2" fmla="*/ 40 w 87"/>
                <a:gd name="T3" fmla="*/ 50 h 107"/>
                <a:gd name="T4" fmla="*/ 15 w 87"/>
                <a:gd name="T5" fmla="*/ 50 h 107"/>
                <a:gd name="T6" fmla="*/ 15 w 87"/>
                <a:gd name="T7" fmla="*/ 16 h 107"/>
                <a:gd name="T8" fmla="*/ 38 w 87"/>
                <a:gd name="T9" fmla="*/ 16 h 107"/>
                <a:gd name="T10" fmla="*/ 66 w 87"/>
                <a:gd name="T11" fmla="*/ 33 h 107"/>
                <a:gd name="T12" fmla="*/ 40 w 87"/>
                <a:gd name="T13" fmla="*/ 50 h 107"/>
                <a:gd name="T14" fmla="*/ 40 w 87"/>
                <a:gd name="T15" fmla="*/ 50 h 107"/>
                <a:gd name="T16" fmla="*/ 83 w 87"/>
                <a:gd name="T17" fmla="*/ 33 h 107"/>
                <a:gd name="T18" fmla="*/ 83 w 87"/>
                <a:gd name="T19" fmla="*/ 33 h 107"/>
                <a:gd name="T20" fmla="*/ 32 w 87"/>
                <a:gd name="T21" fmla="*/ 0 h 107"/>
                <a:gd name="T22" fmla="*/ 0 w 87"/>
                <a:gd name="T23" fmla="*/ 0 h 107"/>
                <a:gd name="T24" fmla="*/ 0 w 87"/>
                <a:gd name="T25" fmla="*/ 107 h 107"/>
                <a:gd name="T26" fmla="*/ 15 w 87"/>
                <a:gd name="T27" fmla="*/ 107 h 107"/>
                <a:gd name="T28" fmla="*/ 15 w 87"/>
                <a:gd name="T29" fmla="*/ 66 h 107"/>
                <a:gd name="T30" fmla="*/ 44 w 87"/>
                <a:gd name="T31" fmla="*/ 66 h 107"/>
                <a:gd name="T32" fmla="*/ 46 w 87"/>
                <a:gd name="T33" fmla="*/ 65 h 107"/>
                <a:gd name="T34" fmla="*/ 69 w 87"/>
                <a:gd name="T35" fmla="*/ 107 h 107"/>
                <a:gd name="T36" fmla="*/ 87 w 87"/>
                <a:gd name="T37" fmla="*/ 107 h 107"/>
                <a:gd name="T38" fmla="*/ 62 w 87"/>
                <a:gd name="T39" fmla="*/ 62 h 107"/>
                <a:gd name="T40" fmla="*/ 83 w 87"/>
                <a:gd name="T41" fmla="*/ 3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7" h="107">
                  <a:moveTo>
                    <a:pt x="40" y="50"/>
                  </a:moveTo>
                  <a:lnTo>
                    <a:pt x="40" y="50"/>
                  </a:lnTo>
                  <a:lnTo>
                    <a:pt x="15" y="50"/>
                  </a:lnTo>
                  <a:lnTo>
                    <a:pt x="15" y="16"/>
                  </a:lnTo>
                  <a:lnTo>
                    <a:pt x="38" y="16"/>
                  </a:lnTo>
                  <a:cubicBezTo>
                    <a:pt x="54" y="16"/>
                    <a:pt x="66" y="19"/>
                    <a:pt x="66" y="33"/>
                  </a:cubicBezTo>
                  <a:cubicBezTo>
                    <a:pt x="66" y="45"/>
                    <a:pt x="58" y="50"/>
                    <a:pt x="40" y="50"/>
                  </a:cubicBezTo>
                  <a:lnTo>
                    <a:pt x="40" y="50"/>
                  </a:lnTo>
                  <a:close/>
                  <a:moveTo>
                    <a:pt x="83" y="33"/>
                  </a:moveTo>
                  <a:lnTo>
                    <a:pt x="83" y="33"/>
                  </a:lnTo>
                  <a:cubicBezTo>
                    <a:pt x="83" y="5"/>
                    <a:pt x="64" y="0"/>
                    <a:pt x="32" y="0"/>
                  </a:cubicBezTo>
                  <a:lnTo>
                    <a:pt x="0" y="0"/>
                  </a:lnTo>
                  <a:lnTo>
                    <a:pt x="0" y="107"/>
                  </a:lnTo>
                  <a:lnTo>
                    <a:pt x="15" y="107"/>
                  </a:lnTo>
                  <a:lnTo>
                    <a:pt x="15" y="66"/>
                  </a:lnTo>
                  <a:lnTo>
                    <a:pt x="44" y="66"/>
                  </a:lnTo>
                  <a:cubicBezTo>
                    <a:pt x="45" y="66"/>
                    <a:pt x="46" y="66"/>
                    <a:pt x="46" y="65"/>
                  </a:cubicBezTo>
                  <a:lnTo>
                    <a:pt x="69" y="107"/>
                  </a:lnTo>
                  <a:lnTo>
                    <a:pt x="87" y="107"/>
                  </a:lnTo>
                  <a:lnTo>
                    <a:pt x="62" y="62"/>
                  </a:lnTo>
                  <a:cubicBezTo>
                    <a:pt x="76" y="56"/>
                    <a:pt x="83" y="45"/>
                    <a:pt x="83" y="3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</p:grp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8031B39C-DF70-43CD-94D0-81EF6CC024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3" name="Footer Placeholder 3">
            <a:extLst>
              <a:ext uri="{FF2B5EF4-FFF2-40B4-BE49-F238E27FC236}">
                <a16:creationId xmlns:a16="http://schemas.microsoft.com/office/drawing/2014/main" id="{4ED371B5-D44C-4D74-B5F8-F89D42D71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785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824" y="1206178"/>
            <a:ext cx="5573967" cy="5040145"/>
          </a:xfrm>
        </p:spPr>
        <p:txBody>
          <a:bodyPr lIns="72000" tIns="72000" rIns="72000" bIns="72000"/>
          <a:lstStyle>
            <a:lvl1pPr>
              <a:defRPr sz="1800">
                <a:latin typeface="+mn-lt"/>
                <a:cs typeface="Arial" panose="020B0604020202020204" pitchFamily="34" charset="0"/>
              </a:defRPr>
            </a:lvl1pPr>
            <a:lvl2pPr>
              <a:defRPr sz="1600">
                <a:latin typeface="+mn-lt"/>
                <a:cs typeface="Arial" panose="020B0604020202020204" pitchFamily="34" charset="0"/>
              </a:defRPr>
            </a:lvl2pPr>
            <a:lvl3pPr>
              <a:defRPr sz="1400">
                <a:latin typeface="+mn-lt"/>
                <a:cs typeface="Arial" panose="020B0604020202020204" pitchFamily="34" charset="0"/>
              </a:defRPr>
            </a:lvl3pPr>
            <a:lvl4pPr>
              <a:defRPr sz="1200">
                <a:latin typeface="+mn-lt"/>
                <a:cs typeface="Arial" panose="020B0604020202020204" pitchFamily="34" charset="0"/>
              </a:defRPr>
            </a:lvl4pPr>
            <a:lvl5pPr>
              <a:defRPr sz="12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D38D433-C715-4635-977C-8E54E7555A0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80731" y="1206177"/>
            <a:ext cx="5578776" cy="5040145"/>
          </a:xfrm>
        </p:spPr>
        <p:txBody>
          <a:bodyPr lIns="72000" tIns="72000" rIns="72000" bIns="72000"/>
          <a:lstStyle>
            <a:lvl1pPr>
              <a:defRPr sz="1800">
                <a:latin typeface="+mn-lt"/>
                <a:cs typeface="Arial" panose="020B0604020202020204" pitchFamily="34" charset="0"/>
              </a:defRPr>
            </a:lvl1pPr>
            <a:lvl2pPr>
              <a:defRPr sz="1600">
                <a:latin typeface="+mn-lt"/>
                <a:cs typeface="Arial" panose="020B0604020202020204" pitchFamily="34" charset="0"/>
              </a:defRPr>
            </a:lvl2pPr>
            <a:lvl3pPr>
              <a:defRPr sz="1400">
                <a:latin typeface="+mn-lt"/>
                <a:cs typeface="Arial" panose="020B0604020202020204" pitchFamily="34" charset="0"/>
              </a:defRPr>
            </a:lvl3pPr>
            <a:lvl4pPr>
              <a:defRPr sz="1200">
                <a:latin typeface="+mn-lt"/>
                <a:cs typeface="Arial" panose="020B0604020202020204" pitchFamily="34" charset="0"/>
              </a:defRPr>
            </a:lvl4pPr>
            <a:lvl5pPr>
              <a:defRPr sz="12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69E92947-3625-9041-9213-E2B75D84A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659" y="260268"/>
            <a:ext cx="9586415" cy="332399"/>
          </a:xfrm>
        </p:spPr>
        <p:txBody>
          <a:bodyPr>
            <a:spAutoFit/>
          </a:bodyPr>
          <a:lstStyle>
            <a:lvl1pPr>
              <a:defRPr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710AC261-10B5-584A-91F3-14A61852EFBE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252658" y="610597"/>
            <a:ext cx="9586415" cy="33239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 i="0">
                <a:solidFill>
                  <a:srgbClr val="2167AE"/>
                </a:solidFill>
                <a:latin typeface="+mn-lt"/>
                <a:cs typeface="Arial" panose="020B0604020202020204" pitchFamily="34" charset="0"/>
              </a:defRPr>
            </a:lvl1pPr>
            <a:lvl2pPr marL="3428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399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noProof="0" dirty="0"/>
          </a:p>
        </p:txBody>
      </p:sp>
      <p:grpSp>
        <p:nvGrpSpPr>
          <p:cNvPr id="19" name="Group 4">
            <a:extLst>
              <a:ext uri="{FF2B5EF4-FFF2-40B4-BE49-F238E27FC236}">
                <a16:creationId xmlns:a16="http://schemas.microsoft.com/office/drawing/2014/main" id="{A8A943C3-1379-499A-A8A6-41D5362C5C1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178596" y="158751"/>
            <a:ext cx="1773767" cy="683683"/>
            <a:chOff x="79" y="75"/>
            <a:chExt cx="838" cy="323"/>
          </a:xfrm>
          <a:solidFill>
            <a:schemeClr val="accent1"/>
          </a:solidFill>
        </p:grpSpPr>
        <p:sp>
          <p:nvSpPr>
            <p:cNvPr id="22" name="AutoShape 3">
              <a:extLst>
                <a:ext uri="{FF2B5EF4-FFF2-40B4-BE49-F238E27FC236}">
                  <a16:creationId xmlns:a16="http://schemas.microsoft.com/office/drawing/2014/main" id="{26F7B60B-9BEA-49E4-8477-7195219E3403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9" y="75"/>
              <a:ext cx="838" cy="3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0DA359F6-1339-49C3-9382-79BEA9F3D2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9" y="155"/>
              <a:ext cx="163" cy="164"/>
            </a:xfrm>
            <a:custGeom>
              <a:avLst/>
              <a:gdLst>
                <a:gd name="T0" fmla="*/ 920 w 1841"/>
                <a:gd name="T1" fmla="*/ 0 h 1842"/>
                <a:gd name="T2" fmla="*/ 920 w 1841"/>
                <a:gd name="T3" fmla="*/ 0 h 1842"/>
                <a:gd name="T4" fmla="*/ 0 w 1841"/>
                <a:gd name="T5" fmla="*/ 921 h 1842"/>
                <a:gd name="T6" fmla="*/ 0 w 1841"/>
                <a:gd name="T7" fmla="*/ 921 h 1842"/>
                <a:gd name="T8" fmla="*/ 188 w 1841"/>
                <a:gd name="T9" fmla="*/ 1479 h 1842"/>
                <a:gd name="T10" fmla="*/ 954 w 1841"/>
                <a:gd name="T11" fmla="*/ 473 h 1842"/>
                <a:gd name="T12" fmla="*/ 871 w 1841"/>
                <a:gd name="T13" fmla="*/ 474 h 1842"/>
                <a:gd name="T14" fmla="*/ 790 w 1841"/>
                <a:gd name="T15" fmla="*/ 473 h 1842"/>
                <a:gd name="T16" fmla="*/ 561 w 1841"/>
                <a:gd name="T17" fmla="*/ 491 h 1842"/>
                <a:gd name="T18" fmla="*/ 467 w 1841"/>
                <a:gd name="T19" fmla="*/ 530 h 1842"/>
                <a:gd name="T20" fmla="*/ 374 w 1841"/>
                <a:gd name="T21" fmla="*/ 641 h 1842"/>
                <a:gd name="T22" fmla="*/ 361 w 1841"/>
                <a:gd name="T23" fmla="*/ 665 h 1842"/>
                <a:gd name="T24" fmla="*/ 316 w 1841"/>
                <a:gd name="T25" fmla="*/ 655 h 1842"/>
                <a:gd name="T26" fmla="*/ 392 w 1841"/>
                <a:gd name="T27" fmla="*/ 366 h 1842"/>
                <a:gd name="T28" fmla="*/ 1350 w 1841"/>
                <a:gd name="T29" fmla="*/ 366 h 1842"/>
                <a:gd name="T30" fmla="*/ 588 w 1841"/>
                <a:gd name="T31" fmla="*/ 1385 h 1842"/>
                <a:gd name="T32" fmla="*/ 698 w 1841"/>
                <a:gd name="T33" fmla="*/ 1379 h 1842"/>
                <a:gd name="T34" fmla="*/ 839 w 1841"/>
                <a:gd name="T35" fmla="*/ 1385 h 1842"/>
                <a:gd name="T36" fmla="*/ 974 w 1841"/>
                <a:gd name="T37" fmla="*/ 1393 h 1842"/>
                <a:gd name="T38" fmla="*/ 1095 w 1841"/>
                <a:gd name="T39" fmla="*/ 1397 h 1842"/>
                <a:gd name="T40" fmla="*/ 1255 w 1841"/>
                <a:gd name="T41" fmla="*/ 1378 h 1842"/>
                <a:gd name="T42" fmla="*/ 1354 w 1841"/>
                <a:gd name="T43" fmla="*/ 1331 h 1842"/>
                <a:gd name="T44" fmla="*/ 1491 w 1841"/>
                <a:gd name="T45" fmla="*/ 1175 h 1842"/>
                <a:gd name="T46" fmla="*/ 1504 w 1841"/>
                <a:gd name="T47" fmla="*/ 1147 h 1842"/>
                <a:gd name="T48" fmla="*/ 1545 w 1841"/>
                <a:gd name="T49" fmla="*/ 1158 h 1842"/>
                <a:gd name="T50" fmla="*/ 1505 w 1841"/>
                <a:gd name="T51" fmla="*/ 1273 h 1842"/>
                <a:gd name="T52" fmla="*/ 1354 w 1841"/>
                <a:gd name="T53" fmla="*/ 1472 h 1842"/>
                <a:gd name="T54" fmla="*/ 1131 w 1841"/>
                <a:gd name="T55" fmla="*/ 1546 h 1842"/>
                <a:gd name="T56" fmla="*/ 1118 w 1841"/>
                <a:gd name="T57" fmla="*/ 1546 h 1842"/>
                <a:gd name="T58" fmla="*/ 854 w 1841"/>
                <a:gd name="T59" fmla="*/ 1518 h 1842"/>
                <a:gd name="T60" fmla="*/ 544 w 1841"/>
                <a:gd name="T61" fmla="*/ 1486 h 1842"/>
                <a:gd name="T62" fmla="*/ 394 w 1841"/>
                <a:gd name="T63" fmla="*/ 1498 h 1842"/>
                <a:gd name="T64" fmla="*/ 242 w 1841"/>
                <a:gd name="T65" fmla="*/ 1543 h 1842"/>
                <a:gd name="T66" fmla="*/ 920 w 1841"/>
                <a:gd name="T67" fmla="*/ 1842 h 1842"/>
                <a:gd name="T68" fmla="*/ 1841 w 1841"/>
                <a:gd name="T69" fmla="*/ 921 h 1842"/>
                <a:gd name="T70" fmla="*/ 920 w 1841"/>
                <a:gd name="T71" fmla="*/ 0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41" h="1842">
                  <a:moveTo>
                    <a:pt x="920" y="0"/>
                  </a:moveTo>
                  <a:lnTo>
                    <a:pt x="920" y="0"/>
                  </a:lnTo>
                  <a:cubicBezTo>
                    <a:pt x="412" y="0"/>
                    <a:pt x="0" y="412"/>
                    <a:pt x="0" y="921"/>
                  </a:cubicBezTo>
                  <a:lnTo>
                    <a:pt x="0" y="921"/>
                  </a:lnTo>
                  <a:cubicBezTo>
                    <a:pt x="0" y="1131"/>
                    <a:pt x="70" y="1325"/>
                    <a:pt x="188" y="1479"/>
                  </a:cubicBezTo>
                  <a:lnTo>
                    <a:pt x="954" y="473"/>
                  </a:lnTo>
                  <a:lnTo>
                    <a:pt x="871" y="474"/>
                  </a:lnTo>
                  <a:lnTo>
                    <a:pt x="790" y="473"/>
                  </a:lnTo>
                  <a:cubicBezTo>
                    <a:pt x="702" y="473"/>
                    <a:pt x="620" y="480"/>
                    <a:pt x="561" y="491"/>
                  </a:cubicBezTo>
                  <a:cubicBezTo>
                    <a:pt x="525" y="498"/>
                    <a:pt x="493" y="511"/>
                    <a:pt x="467" y="530"/>
                  </a:cubicBezTo>
                  <a:cubicBezTo>
                    <a:pt x="437" y="551"/>
                    <a:pt x="399" y="596"/>
                    <a:pt x="374" y="641"/>
                  </a:cubicBezTo>
                  <a:cubicBezTo>
                    <a:pt x="371" y="646"/>
                    <a:pt x="367" y="654"/>
                    <a:pt x="361" y="665"/>
                  </a:cubicBezTo>
                  <a:lnTo>
                    <a:pt x="316" y="655"/>
                  </a:lnTo>
                  <a:lnTo>
                    <a:pt x="392" y="366"/>
                  </a:lnTo>
                  <a:lnTo>
                    <a:pt x="1350" y="366"/>
                  </a:lnTo>
                  <a:lnTo>
                    <a:pt x="588" y="1385"/>
                  </a:lnTo>
                  <a:cubicBezTo>
                    <a:pt x="638" y="1380"/>
                    <a:pt x="658" y="1379"/>
                    <a:pt x="698" y="1379"/>
                  </a:cubicBezTo>
                  <a:cubicBezTo>
                    <a:pt x="729" y="1379"/>
                    <a:pt x="776" y="1381"/>
                    <a:pt x="839" y="1385"/>
                  </a:cubicBezTo>
                  <a:lnTo>
                    <a:pt x="974" y="1393"/>
                  </a:lnTo>
                  <a:cubicBezTo>
                    <a:pt x="1023" y="1396"/>
                    <a:pt x="1064" y="1397"/>
                    <a:pt x="1095" y="1397"/>
                  </a:cubicBezTo>
                  <a:cubicBezTo>
                    <a:pt x="1165" y="1397"/>
                    <a:pt x="1210" y="1392"/>
                    <a:pt x="1255" y="1378"/>
                  </a:cubicBezTo>
                  <a:cubicBezTo>
                    <a:pt x="1290" y="1367"/>
                    <a:pt x="1324" y="1351"/>
                    <a:pt x="1354" y="1331"/>
                  </a:cubicBezTo>
                  <a:cubicBezTo>
                    <a:pt x="1408" y="1293"/>
                    <a:pt x="1460" y="1234"/>
                    <a:pt x="1491" y="1175"/>
                  </a:cubicBezTo>
                  <a:cubicBezTo>
                    <a:pt x="1494" y="1169"/>
                    <a:pt x="1499" y="1160"/>
                    <a:pt x="1504" y="1147"/>
                  </a:cubicBezTo>
                  <a:lnTo>
                    <a:pt x="1545" y="1158"/>
                  </a:lnTo>
                  <a:cubicBezTo>
                    <a:pt x="1532" y="1208"/>
                    <a:pt x="1525" y="1228"/>
                    <a:pt x="1505" y="1273"/>
                  </a:cubicBezTo>
                  <a:cubicBezTo>
                    <a:pt x="1464" y="1364"/>
                    <a:pt x="1417" y="1425"/>
                    <a:pt x="1354" y="1472"/>
                  </a:cubicBezTo>
                  <a:cubicBezTo>
                    <a:pt x="1289" y="1521"/>
                    <a:pt x="1216" y="1544"/>
                    <a:pt x="1131" y="1546"/>
                  </a:cubicBezTo>
                  <a:lnTo>
                    <a:pt x="1118" y="1546"/>
                  </a:lnTo>
                  <a:cubicBezTo>
                    <a:pt x="1055" y="1546"/>
                    <a:pt x="1006" y="1541"/>
                    <a:pt x="854" y="1518"/>
                  </a:cubicBezTo>
                  <a:cubicBezTo>
                    <a:pt x="700" y="1494"/>
                    <a:pt x="621" y="1486"/>
                    <a:pt x="544" y="1486"/>
                  </a:cubicBezTo>
                  <a:cubicBezTo>
                    <a:pt x="492" y="1486"/>
                    <a:pt x="444" y="1490"/>
                    <a:pt x="394" y="1498"/>
                  </a:cubicBezTo>
                  <a:cubicBezTo>
                    <a:pt x="328" y="1508"/>
                    <a:pt x="302" y="1516"/>
                    <a:pt x="242" y="1543"/>
                  </a:cubicBezTo>
                  <a:cubicBezTo>
                    <a:pt x="410" y="1727"/>
                    <a:pt x="652" y="1842"/>
                    <a:pt x="920" y="1842"/>
                  </a:cubicBezTo>
                  <a:cubicBezTo>
                    <a:pt x="1429" y="1842"/>
                    <a:pt x="1841" y="1430"/>
                    <a:pt x="1841" y="921"/>
                  </a:cubicBezTo>
                  <a:cubicBezTo>
                    <a:pt x="1841" y="412"/>
                    <a:pt x="1429" y="0"/>
                    <a:pt x="9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04779FF0-DDCC-405A-8A7F-BAEF71FA8F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2" y="197"/>
              <a:ext cx="25" cy="80"/>
            </a:xfrm>
            <a:custGeom>
              <a:avLst/>
              <a:gdLst>
                <a:gd name="T0" fmla="*/ 232 w 288"/>
                <a:gd name="T1" fmla="*/ 166 h 897"/>
                <a:gd name="T2" fmla="*/ 232 w 288"/>
                <a:gd name="T3" fmla="*/ 166 h 897"/>
                <a:gd name="T4" fmla="*/ 241 w 288"/>
                <a:gd name="T5" fmla="*/ 65 h 897"/>
                <a:gd name="T6" fmla="*/ 254 w 288"/>
                <a:gd name="T7" fmla="*/ 37 h 897"/>
                <a:gd name="T8" fmla="*/ 288 w 288"/>
                <a:gd name="T9" fmla="*/ 0 h 897"/>
                <a:gd name="T10" fmla="*/ 0 w 288"/>
                <a:gd name="T11" fmla="*/ 0 h 897"/>
                <a:gd name="T12" fmla="*/ 33 w 288"/>
                <a:gd name="T13" fmla="*/ 35 h 897"/>
                <a:gd name="T14" fmla="*/ 47 w 288"/>
                <a:gd name="T15" fmla="*/ 64 h 897"/>
                <a:gd name="T16" fmla="*/ 56 w 288"/>
                <a:gd name="T17" fmla="*/ 161 h 897"/>
                <a:gd name="T18" fmla="*/ 56 w 288"/>
                <a:gd name="T19" fmla="*/ 215 h 897"/>
                <a:gd name="T20" fmla="*/ 56 w 288"/>
                <a:gd name="T21" fmla="*/ 752 h 897"/>
                <a:gd name="T22" fmla="*/ 42 w 288"/>
                <a:gd name="T23" fmla="*/ 839 h 897"/>
                <a:gd name="T24" fmla="*/ 28 w 288"/>
                <a:gd name="T25" fmla="*/ 865 h 897"/>
                <a:gd name="T26" fmla="*/ 1 w 288"/>
                <a:gd name="T27" fmla="*/ 897 h 897"/>
                <a:gd name="T28" fmla="*/ 285 w 288"/>
                <a:gd name="T29" fmla="*/ 897 h 897"/>
                <a:gd name="T30" fmla="*/ 258 w 288"/>
                <a:gd name="T31" fmla="*/ 865 h 897"/>
                <a:gd name="T32" fmla="*/ 243 w 288"/>
                <a:gd name="T33" fmla="*/ 838 h 897"/>
                <a:gd name="T34" fmla="*/ 231 w 288"/>
                <a:gd name="T35" fmla="*/ 759 h 897"/>
                <a:gd name="T36" fmla="*/ 231 w 288"/>
                <a:gd name="T37" fmla="*/ 218 h 897"/>
                <a:gd name="T38" fmla="*/ 232 w 288"/>
                <a:gd name="T39" fmla="*/ 166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88" h="897">
                  <a:moveTo>
                    <a:pt x="232" y="166"/>
                  </a:moveTo>
                  <a:lnTo>
                    <a:pt x="232" y="166"/>
                  </a:lnTo>
                  <a:cubicBezTo>
                    <a:pt x="232" y="106"/>
                    <a:pt x="233" y="89"/>
                    <a:pt x="241" y="65"/>
                  </a:cubicBezTo>
                  <a:cubicBezTo>
                    <a:pt x="244" y="55"/>
                    <a:pt x="248" y="46"/>
                    <a:pt x="254" y="37"/>
                  </a:cubicBezTo>
                  <a:cubicBezTo>
                    <a:pt x="263" y="22"/>
                    <a:pt x="270" y="14"/>
                    <a:pt x="288" y="0"/>
                  </a:cubicBezTo>
                  <a:lnTo>
                    <a:pt x="0" y="0"/>
                  </a:lnTo>
                  <a:cubicBezTo>
                    <a:pt x="18" y="16"/>
                    <a:pt x="24" y="22"/>
                    <a:pt x="33" y="35"/>
                  </a:cubicBezTo>
                  <a:cubicBezTo>
                    <a:pt x="39" y="44"/>
                    <a:pt x="44" y="54"/>
                    <a:pt x="47" y="64"/>
                  </a:cubicBezTo>
                  <a:cubicBezTo>
                    <a:pt x="53" y="86"/>
                    <a:pt x="56" y="108"/>
                    <a:pt x="56" y="161"/>
                  </a:cubicBezTo>
                  <a:cubicBezTo>
                    <a:pt x="56" y="188"/>
                    <a:pt x="56" y="206"/>
                    <a:pt x="56" y="215"/>
                  </a:cubicBezTo>
                  <a:lnTo>
                    <a:pt x="56" y="752"/>
                  </a:lnTo>
                  <a:cubicBezTo>
                    <a:pt x="56" y="784"/>
                    <a:pt x="51" y="817"/>
                    <a:pt x="42" y="839"/>
                  </a:cubicBezTo>
                  <a:cubicBezTo>
                    <a:pt x="39" y="848"/>
                    <a:pt x="34" y="857"/>
                    <a:pt x="28" y="865"/>
                  </a:cubicBezTo>
                  <a:cubicBezTo>
                    <a:pt x="21" y="875"/>
                    <a:pt x="16" y="880"/>
                    <a:pt x="1" y="897"/>
                  </a:cubicBezTo>
                  <a:lnTo>
                    <a:pt x="285" y="897"/>
                  </a:lnTo>
                  <a:cubicBezTo>
                    <a:pt x="271" y="885"/>
                    <a:pt x="266" y="879"/>
                    <a:pt x="258" y="865"/>
                  </a:cubicBezTo>
                  <a:cubicBezTo>
                    <a:pt x="252" y="856"/>
                    <a:pt x="247" y="847"/>
                    <a:pt x="243" y="838"/>
                  </a:cubicBezTo>
                  <a:cubicBezTo>
                    <a:pt x="236" y="817"/>
                    <a:pt x="231" y="787"/>
                    <a:pt x="231" y="759"/>
                  </a:cubicBezTo>
                  <a:lnTo>
                    <a:pt x="231" y="218"/>
                  </a:lnTo>
                  <a:lnTo>
                    <a:pt x="232" y="1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E925ED24-DB1A-42EF-8C81-848273020D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" y="197"/>
              <a:ext cx="77" cy="80"/>
            </a:xfrm>
            <a:custGeom>
              <a:avLst/>
              <a:gdLst>
                <a:gd name="T0" fmla="*/ 810 w 869"/>
                <a:gd name="T1" fmla="*/ 165 h 897"/>
                <a:gd name="T2" fmla="*/ 810 w 869"/>
                <a:gd name="T3" fmla="*/ 165 h 897"/>
                <a:gd name="T4" fmla="*/ 819 w 869"/>
                <a:gd name="T5" fmla="*/ 70 h 897"/>
                <a:gd name="T6" fmla="*/ 834 w 869"/>
                <a:gd name="T7" fmla="*/ 37 h 897"/>
                <a:gd name="T8" fmla="*/ 869 w 869"/>
                <a:gd name="T9" fmla="*/ 0 h 897"/>
                <a:gd name="T10" fmla="*/ 576 w 869"/>
                <a:gd name="T11" fmla="*/ 0 h 897"/>
                <a:gd name="T12" fmla="*/ 609 w 869"/>
                <a:gd name="T13" fmla="*/ 36 h 897"/>
                <a:gd name="T14" fmla="*/ 624 w 869"/>
                <a:gd name="T15" fmla="*/ 67 h 897"/>
                <a:gd name="T16" fmla="*/ 634 w 869"/>
                <a:gd name="T17" fmla="*/ 162 h 897"/>
                <a:gd name="T18" fmla="*/ 634 w 869"/>
                <a:gd name="T19" fmla="*/ 379 h 897"/>
                <a:gd name="T20" fmla="*/ 232 w 869"/>
                <a:gd name="T21" fmla="*/ 379 h 897"/>
                <a:gd name="T22" fmla="*/ 232 w 869"/>
                <a:gd name="T23" fmla="*/ 216 h 897"/>
                <a:gd name="T24" fmla="*/ 234 w 869"/>
                <a:gd name="T25" fmla="*/ 109 h 897"/>
                <a:gd name="T26" fmla="*/ 241 w 869"/>
                <a:gd name="T27" fmla="*/ 70 h 897"/>
                <a:gd name="T28" fmla="*/ 278 w 869"/>
                <a:gd name="T29" fmla="*/ 9 h 897"/>
                <a:gd name="T30" fmla="*/ 288 w 869"/>
                <a:gd name="T31" fmla="*/ 0 h 897"/>
                <a:gd name="T32" fmla="*/ 1 w 869"/>
                <a:gd name="T33" fmla="*/ 0 h 897"/>
                <a:gd name="T34" fmla="*/ 30 w 869"/>
                <a:gd name="T35" fmla="*/ 34 h 897"/>
                <a:gd name="T36" fmla="*/ 46 w 869"/>
                <a:gd name="T37" fmla="*/ 64 h 897"/>
                <a:gd name="T38" fmla="*/ 56 w 869"/>
                <a:gd name="T39" fmla="*/ 159 h 897"/>
                <a:gd name="T40" fmla="*/ 57 w 869"/>
                <a:gd name="T41" fmla="*/ 216 h 897"/>
                <a:gd name="T42" fmla="*/ 57 w 869"/>
                <a:gd name="T43" fmla="*/ 707 h 897"/>
                <a:gd name="T44" fmla="*/ 53 w 869"/>
                <a:gd name="T45" fmla="*/ 802 h 897"/>
                <a:gd name="T46" fmla="*/ 44 w 869"/>
                <a:gd name="T47" fmla="*/ 838 h 897"/>
                <a:gd name="T48" fmla="*/ 9 w 869"/>
                <a:gd name="T49" fmla="*/ 888 h 897"/>
                <a:gd name="T50" fmla="*/ 0 w 869"/>
                <a:gd name="T51" fmla="*/ 897 h 897"/>
                <a:gd name="T52" fmla="*/ 284 w 869"/>
                <a:gd name="T53" fmla="*/ 897 h 897"/>
                <a:gd name="T54" fmla="*/ 260 w 869"/>
                <a:gd name="T55" fmla="*/ 867 h 897"/>
                <a:gd name="T56" fmla="*/ 245 w 869"/>
                <a:gd name="T57" fmla="*/ 839 h 897"/>
                <a:gd name="T58" fmla="*/ 232 w 869"/>
                <a:gd name="T59" fmla="*/ 761 h 897"/>
                <a:gd name="T60" fmla="*/ 232 w 869"/>
                <a:gd name="T61" fmla="*/ 707 h 897"/>
                <a:gd name="T62" fmla="*/ 232 w 869"/>
                <a:gd name="T63" fmla="*/ 490 h 897"/>
                <a:gd name="T64" fmla="*/ 634 w 869"/>
                <a:gd name="T65" fmla="*/ 490 h 897"/>
                <a:gd name="T66" fmla="*/ 634 w 869"/>
                <a:gd name="T67" fmla="*/ 709 h 897"/>
                <a:gd name="T68" fmla="*/ 630 w 869"/>
                <a:gd name="T69" fmla="*/ 800 h 897"/>
                <a:gd name="T70" fmla="*/ 620 w 869"/>
                <a:gd name="T71" fmla="*/ 838 h 897"/>
                <a:gd name="T72" fmla="*/ 588 w 869"/>
                <a:gd name="T73" fmla="*/ 885 h 897"/>
                <a:gd name="T74" fmla="*/ 575 w 869"/>
                <a:gd name="T75" fmla="*/ 897 h 897"/>
                <a:gd name="T76" fmla="*/ 862 w 869"/>
                <a:gd name="T77" fmla="*/ 897 h 897"/>
                <a:gd name="T78" fmla="*/ 838 w 869"/>
                <a:gd name="T79" fmla="*/ 869 h 897"/>
                <a:gd name="T80" fmla="*/ 821 w 869"/>
                <a:gd name="T81" fmla="*/ 839 h 897"/>
                <a:gd name="T82" fmla="*/ 810 w 869"/>
                <a:gd name="T83" fmla="*/ 758 h 897"/>
                <a:gd name="T84" fmla="*/ 809 w 869"/>
                <a:gd name="T85" fmla="*/ 712 h 897"/>
                <a:gd name="T86" fmla="*/ 810 w 869"/>
                <a:gd name="T87" fmla="*/ 218 h 897"/>
                <a:gd name="T88" fmla="*/ 810 w 869"/>
                <a:gd name="T89" fmla="*/ 16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69" h="897">
                  <a:moveTo>
                    <a:pt x="810" y="165"/>
                  </a:moveTo>
                  <a:lnTo>
                    <a:pt x="810" y="165"/>
                  </a:lnTo>
                  <a:cubicBezTo>
                    <a:pt x="810" y="125"/>
                    <a:pt x="813" y="95"/>
                    <a:pt x="819" y="70"/>
                  </a:cubicBezTo>
                  <a:cubicBezTo>
                    <a:pt x="823" y="59"/>
                    <a:pt x="828" y="48"/>
                    <a:pt x="834" y="37"/>
                  </a:cubicBezTo>
                  <a:cubicBezTo>
                    <a:pt x="843" y="22"/>
                    <a:pt x="850" y="14"/>
                    <a:pt x="869" y="0"/>
                  </a:cubicBezTo>
                  <a:lnTo>
                    <a:pt x="576" y="0"/>
                  </a:lnTo>
                  <a:cubicBezTo>
                    <a:pt x="593" y="14"/>
                    <a:pt x="599" y="20"/>
                    <a:pt x="609" y="36"/>
                  </a:cubicBezTo>
                  <a:cubicBezTo>
                    <a:pt x="616" y="46"/>
                    <a:pt x="621" y="57"/>
                    <a:pt x="624" y="67"/>
                  </a:cubicBezTo>
                  <a:cubicBezTo>
                    <a:pt x="631" y="88"/>
                    <a:pt x="634" y="115"/>
                    <a:pt x="634" y="162"/>
                  </a:cubicBezTo>
                  <a:lnTo>
                    <a:pt x="634" y="379"/>
                  </a:lnTo>
                  <a:lnTo>
                    <a:pt x="232" y="379"/>
                  </a:lnTo>
                  <a:lnTo>
                    <a:pt x="232" y="216"/>
                  </a:lnTo>
                  <a:cubicBezTo>
                    <a:pt x="232" y="166"/>
                    <a:pt x="232" y="134"/>
                    <a:pt x="234" y="109"/>
                  </a:cubicBezTo>
                  <a:cubicBezTo>
                    <a:pt x="235" y="95"/>
                    <a:pt x="238" y="82"/>
                    <a:pt x="241" y="70"/>
                  </a:cubicBezTo>
                  <a:cubicBezTo>
                    <a:pt x="247" y="51"/>
                    <a:pt x="264" y="24"/>
                    <a:pt x="278" y="9"/>
                  </a:cubicBezTo>
                  <a:cubicBezTo>
                    <a:pt x="280" y="7"/>
                    <a:pt x="284" y="4"/>
                    <a:pt x="288" y="0"/>
                  </a:cubicBezTo>
                  <a:lnTo>
                    <a:pt x="1" y="0"/>
                  </a:lnTo>
                  <a:cubicBezTo>
                    <a:pt x="18" y="17"/>
                    <a:pt x="23" y="23"/>
                    <a:pt x="30" y="34"/>
                  </a:cubicBezTo>
                  <a:cubicBezTo>
                    <a:pt x="37" y="43"/>
                    <a:pt x="42" y="53"/>
                    <a:pt x="46" y="64"/>
                  </a:cubicBezTo>
                  <a:cubicBezTo>
                    <a:pt x="53" y="87"/>
                    <a:pt x="55" y="100"/>
                    <a:pt x="56" y="159"/>
                  </a:cubicBezTo>
                  <a:lnTo>
                    <a:pt x="57" y="216"/>
                  </a:lnTo>
                  <a:lnTo>
                    <a:pt x="57" y="707"/>
                  </a:lnTo>
                  <a:cubicBezTo>
                    <a:pt x="57" y="757"/>
                    <a:pt x="56" y="779"/>
                    <a:pt x="53" y="802"/>
                  </a:cubicBezTo>
                  <a:cubicBezTo>
                    <a:pt x="51" y="814"/>
                    <a:pt x="48" y="825"/>
                    <a:pt x="44" y="838"/>
                  </a:cubicBezTo>
                  <a:cubicBezTo>
                    <a:pt x="37" y="857"/>
                    <a:pt x="26" y="872"/>
                    <a:pt x="9" y="888"/>
                  </a:cubicBezTo>
                  <a:cubicBezTo>
                    <a:pt x="7" y="890"/>
                    <a:pt x="4" y="893"/>
                    <a:pt x="0" y="897"/>
                  </a:cubicBezTo>
                  <a:lnTo>
                    <a:pt x="284" y="897"/>
                  </a:lnTo>
                  <a:cubicBezTo>
                    <a:pt x="271" y="884"/>
                    <a:pt x="267" y="878"/>
                    <a:pt x="260" y="867"/>
                  </a:cubicBezTo>
                  <a:cubicBezTo>
                    <a:pt x="254" y="859"/>
                    <a:pt x="249" y="849"/>
                    <a:pt x="245" y="839"/>
                  </a:cubicBezTo>
                  <a:cubicBezTo>
                    <a:pt x="236" y="815"/>
                    <a:pt x="233" y="799"/>
                    <a:pt x="232" y="761"/>
                  </a:cubicBezTo>
                  <a:cubicBezTo>
                    <a:pt x="232" y="741"/>
                    <a:pt x="232" y="724"/>
                    <a:pt x="232" y="707"/>
                  </a:cubicBezTo>
                  <a:lnTo>
                    <a:pt x="232" y="490"/>
                  </a:lnTo>
                  <a:lnTo>
                    <a:pt x="634" y="490"/>
                  </a:lnTo>
                  <a:lnTo>
                    <a:pt x="634" y="709"/>
                  </a:lnTo>
                  <a:cubicBezTo>
                    <a:pt x="634" y="757"/>
                    <a:pt x="633" y="775"/>
                    <a:pt x="630" y="800"/>
                  </a:cubicBezTo>
                  <a:cubicBezTo>
                    <a:pt x="628" y="813"/>
                    <a:pt x="625" y="826"/>
                    <a:pt x="620" y="838"/>
                  </a:cubicBezTo>
                  <a:cubicBezTo>
                    <a:pt x="613" y="855"/>
                    <a:pt x="603" y="871"/>
                    <a:pt x="588" y="885"/>
                  </a:cubicBezTo>
                  <a:cubicBezTo>
                    <a:pt x="585" y="888"/>
                    <a:pt x="581" y="892"/>
                    <a:pt x="575" y="897"/>
                  </a:cubicBezTo>
                  <a:lnTo>
                    <a:pt x="862" y="897"/>
                  </a:lnTo>
                  <a:cubicBezTo>
                    <a:pt x="850" y="885"/>
                    <a:pt x="846" y="880"/>
                    <a:pt x="838" y="869"/>
                  </a:cubicBezTo>
                  <a:cubicBezTo>
                    <a:pt x="831" y="859"/>
                    <a:pt x="825" y="849"/>
                    <a:pt x="821" y="839"/>
                  </a:cubicBezTo>
                  <a:cubicBezTo>
                    <a:pt x="813" y="818"/>
                    <a:pt x="811" y="803"/>
                    <a:pt x="810" y="758"/>
                  </a:cubicBezTo>
                  <a:cubicBezTo>
                    <a:pt x="809" y="732"/>
                    <a:pt x="809" y="717"/>
                    <a:pt x="809" y="712"/>
                  </a:cubicBezTo>
                  <a:lnTo>
                    <a:pt x="810" y="218"/>
                  </a:lnTo>
                  <a:lnTo>
                    <a:pt x="810" y="16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8CC5B0C1-B8B3-4F9C-8E68-FB9E998A567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2" y="197"/>
              <a:ext cx="73" cy="80"/>
            </a:xfrm>
            <a:custGeom>
              <a:avLst/>
              <a:gdLst>
                <a:gd name="T0" fmla="*/ 408 w 822"/>
                <a:gd name="T1" fmla="*/ 395 h 897"/>
                <a:gd name="T2" fmla="*/ 408 w 822"/>
                <a:gd name="T3" fmla="*/ 395 h 897"/>
                <a:gd name="T4" fmla="*/ 295 w 822"/>
                <a:gd name="T5" fmla="*/ 431 h 897"/>
                <a:gd name="T6" fmla="*/ 248 w 822"/>
                <a:gd name="T7" fmla="*/ 435 h 897"/>
                <a:gd name="T8" fmla="*/ 233 w 822"/>
                <a:gd name="T9" fmla="*/ 435 h 897"/>
                <a:gd name="T10" fmla="*/ 233 w 822"/>
                <a:gd name="T11" fmla="*/ 103 h 897"/>
                <a:gd name="T12" fmla="*/ 257 w 822"/>
                <a:gd name="T13" fmla="*/ 102 h 897"/>
                <a:gd name="T14" fmla="*/ 378 w 822"/>
                <a:gd name="T15" fmla="*/ 117 h 897"/>
                <a:gd name="T16" fmla="*/ 439 w 822"/>
                <a:gd name="T17" fmla="*/ 149 h 897"/>
                <a:gd name="T18" fmla="*/ 485 w 822"/>
                <a:gd name="T19" fmla="*/ 260 h 897"/>
                <a:gd name="T20" fmla="*/ 450 w 822"/>
                <a:gd name="T21" fmla="*/ 361 h 897"/>
                <a:gd name="T22" fmla="*/ 408 w 822"/>
                <a:gd name="T23" fmla="*/ 395 h 897"/>
                <a:gd name="T24" fmla="*/ 408 w 822"/>
                <a:gd name="T25" fmla="*/ 395 h 897"/>
                <a:gd name="T26" fmla="*/ 750 w 822"/>
                <a:gd name="T27" fmla="*/ 835 h 897"/>
                <a:gd name="T28" fmla="*/ 750 w 822"/>
                <a:gd name="T29" fmla="*/ 835 h 897"/>
                <a:gd name="T30" fmla="*/ 649 w 822"/>
                <a:gd name="T31" fmla="*/ 730 h 897"/>
                <a:gd name="T32" fmla="*/ 583 w 822"/>
                <a:gd name="T33" fmla="*/ 657 h 897"/>
                <a:gd name="T34" fmla="*/ 444 w 822"/>
                <a:gd name="T35" fmla="*/ 493 h 897"/>
                <a:gd name="T36" fmla="*/ 484 w 822"/>
                <a:gd name="T37" fmla="*/ 480 h 897"/>
                <a:gd name="T38" fmla="*/ 594 w 822"/>
                <a:gd name="T39" fmla="*/ 416 h 897"/>
                <a:gd name="T40" fmla="*/ 665 w 822"/>
                <a:gd name="T41" fmla="*/ 313 h 897"/>
                <a:gd name="T42" fmla="*/ 676 w 822"/>
                <a:gd name="T43" fmla="*/ 244 h 897"/>
                <a:gd name="T44" fmla="*/ 615 w 822"/>
                <a:gd name="T45" fmla="*/ 97 h 897"/>
                <a:gd name="T46" fmla="*/ 470 w 822"/>
                <a:gd name="T47" fmla="*/ 16 h 897"/>
                <a:gd name="T48" fmla="*/ 316 w 822"/>
                <a:gd name="T49" fmla="*/ 1 h 897"/>
                <a:gd name="T50" fmla="*/ 233 w 822"/>
                <a:gd name="T51" fmla="*/ 0 h 897"/>
                <a:gd name="T52" fmla="*/ 2 w 822"/>
                <a:gd name="T53" fmla="*/ 0 h 897"/>
                <a:gd name="T54" fmla="*/ 32 w 822"/>
                <a:gd name="T55" fmla="*/ 33 h 897"/>
                <a:gd name="T56" fmla="*/ 47 w 822"/>
                <a:gd name="T57" fmla="*/ 66 h 897"/>
                <a:gd name="T58" fmla="*/ 56 w 822"/>
                <a:gd name="T59" fmla="*/ 162 h 897"/>
                <a:gd name="T60" fmla="*/ 56 w 822"/>
                <a:gd name="T61" fmla="*/ 750 h 897"/>
                <a:gd name="T62" fmla="*/ 46 w 822"/>
                <a:gd name="T63" fmla="*/ 837 h 897"/>
                <a:gd name="T64" fmla="*/ 31 w 822"/>
                <a:gd name="T65" fmla="*/ 865 h 897"/>
                <a:gd name="T66" fmla="*/ 0 w 822"/>
                <a:gd name="T67" fmla="*/ 897 h 897"/>
                <a:gd name="T68" fmla="*/ 285 w 822"/>
                <a:gd name="T69" fmla="*/ 897 h 897"/>
                <a:gd name="T70" fmla="*/ 261 w 822"/>
                <a:gd name="T71" fmla="*/ 867 h 897"/>
                <a:gd name="T72" fmla="*/ 245 w 822"/>
                <a:gd name="T73" fmla="*/ 840 h 897"/>
                <a:gd name="T74" fmla="*/ 234 w 822"/>
                <a:gd name="T75" fmla="*/ 757 h 897"/>
                <a:gd name="T76" fmla="*/ 233 w 822"/>
                <a:gd name="T77" fmla="*/ 712 h 897"/>
                <a:gd name="T78" fmla="*/ 233 w 822"/>
                <a:gd name="T79" fmla="*/ 510 h 897"/>
                <a:gd name="T80" fmla="*/ 400 w 822"/>
                <a:gd name="T81" fmla="*/ 710 h 897"/>
                <a:gd name="T82" fmla="*/ 437 w 822"/>
                <a:gd name="T83" fmla="*/ 753 h 897"/>
                <a:gd name="T84" fmla="*/ 481 w 822"/>
                <a:gd name="T85" fmla="*/ 801 h 897"/>
                <a:gd name="T86" fmla="*/ 573 w 822"/>
                <a:gd name="T87" fmla="*/ 875 h 897"/>
                <a:gd name="T88" fmla="*/ 662 w 822"/>
                <a:gd name="T89" fmla="*/ 896 h 897"/>
                <a:gd name="T90" fmla="*/ 709 w 822"/>
                <a:gd name="T91" fmla="*/ 897 h 897"/>
                <a:gd name="T92" fmla="*/ 822 w 822"/>
                <a:gd name="T93" fmla="*/ 897 h 897"/>
                <a:gd name="T94" fmla="*/ 789 w 822"/>
                <a:gd name="T95" fmla="*/ 870 h 897"/>
                <a:gd name="T96" fmla="*/ 750 w 822"/>
                <a:gd name="T97" fmla="*/ 83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2" h="897">
                  <a:moveTo>
                    <a:pt x="408" y="395"/>
                  </a:moveTo>
                  <a:lnTo>
                    <a:pt x="408" y="395"/>
                  </a:lnTo>
                  <a:cubicBezTo>
                    <a:pt x="376" y="413"/>
                    <a:pt x="343" y="424"/>
                    <a:pt x="295" y="431"/>
                  </a:cubicBezTo>
                  <a:cubicBezTo>
                    <a:pt x="277" y="434"/>
                    <a:pt x="261" y="435"/>
                    <a:pt x="248" y="435"/>
                  </a:cubicBezTo>
                  <a:cubicBezTo>
                    <a:pt x="243" y="435"/>
                    <a:pt x="240" y="435"/>
                    <a:pt x="233" y="435"/>
                  </a:cubicBezTo>
                  <a:lnTo>
                    <a:pt x="233" y="103"/>
                  </a:lnTo>
                  <a:cubicBezTo>
                    <a:pt x="245" y="102"/>
                    <a:pt x="249" y="102"/>
                    <a:pt x="257" y="102"/>
                  </a:cubicBezTo>
                  <a:cubicBezTo>
                    <a:pt x="301" y="102"/>
                    <a:pt x="344" y="107"/>
                    <a:pt x="378" y="117"/>
                  </a:cubicBezTo>
                  <a:cubicBezTo>
                    <a:pt x="400" y="123"/>
                    <a:pt x="421" y="135"/>
                    <a:pt x="439" y="149"/>
                  </a:cubicBezTo>
                  <a:cubicBezTo>
                    <a:pt x="469" y="175"/>
                    <a:pt x="485" y="213"/>
                    <a:pt x="485" y="260"/>
                  </a:cubicBezTo>
                  <a:cubicBezTo>
                    <a:pt x="485" y="300"/>
                    <a:pt x="473" y="335"/>
                    <a:pt x="450" y="361"/>
                  </a:cubicBezTo>
                  <a:cubicBezTo>
                    <a:pt x="439" y="373"/>
                    <a:pt x="425" y="385"/>
                    <a:pt x="408" y="395"/>
                  </a:cubicBezTo>
                  <a:lnTo>
                    <a:pt x="408" y="395"/>
                  </a:lnTo>
                  <a:close/>
                  <a:moveTo>
                    <a:pt x="750" y="835"/>
                  </a:moveTo>
                  <a:lnTo>
                    <a:pt x="750" y="835"/>
                  </a:lnTo>
                  <a:cubicBezTo>
                    <a:pt x="719" y="804"/>
                    <a:pt x="691" y="776"/>
                    <a:pt x="649" y="730"/>
                  </a:cubicBezTo>
                  <a:cubicBezTo>
                    <a:pt x="622" y="702"/>
                    <a:pt x="600" y="677"/>
                    <a:pt x="583" y="657"/>
                  </a:cubicBezTo>
                  <a:lnTo>
                    <a:pt x="444" y="493"/>
                  </a:lnTo>
                  <a:cubicBezTo>
                    <a:pt x="461" y="488"/>
                    <a:pt x="468" y="486"/>
                    <a:pt x="484" y="480"/>
                  </a:cubicBezTo>
                  <a:cubicBezTo>
                    <a:pt x="529" y="462"/>
                    <a:pt x="563" y="442"/>
                    <a:pt x="594" y="416"/>
                  </a:cubicBezTo>
                  <a:cubicBezTo>
                    <a:pt x="630" y="386"/>
                    <a:pt x="652" y="354"/>
                    <a:pt x="665" y="313"/>
                  </a:cubicBezTo>
                  <a:cubicBezTo>
                    <a:pt x="673" y="291"/>
                    <a:pt x="676" y="267"/>
                    <a:pt x="676" y="244"/>
                  </a:cubicBezTo>
                  <a:cubicBezTo>
                    <a:pt x="676" y="189"/>
                    <a:pt x="656" y="139"/>
                    <a:pt x="615" y="97"/>
                  </a:cubicBezTo>
                  <a:cubicBezTo>
                    <a:pt x="579" y="58"/>
                    <a:pt x="527" y="30"/>
                    <a:pt x="470" y="16"/>
                  </a:cubicBezTo>
                  <a:cubicBezTo>
                    <a:pt x="429" y="7"/>
                    <a:pt x="388" y="2"/>
                    <a:pt x="316" y="1"/>
                  </a:cubicBezTo>
                  <a:cubicBezTo>
                    <a:pt x="289" y="0"/>
                    <a:pt x="262" y="0"/>
                    <a:pt x="233" y="0"/>
                  </a:cubicBezTo>
                  <a:lnTo>
                    <a:pt x="2" y="0"/>
                  </a:lnTo>
                  <a:cubicBezTo>
                    <a:pt x="17" y="14"/>
                    <a:pt x="23" y="20"/>
                    <a:pt x="32" y="33"/>
                  </a:cubicBezTo>
                  <a:cubicBezTo>
                    <a:pt x="38" y="44"/>
                    <a:pt x="44" y="55"/>
                    <a:pt x="47" y="66"/>
                  </a:cubicBezTo>
                  <a:cubicBezTo>
                    <a:pt x="53" y="86"/>
                    <a:pt x="56" y="114"/>
                    <a:pt x="56" y="162"/>
                  </a:cubicBezTo>
                  <a:lnTo>
                    <a:pt x="56" y="750"/>
                  </a:lnTo>
                  <a:cubicBezTo>
                    <a:pt x="56" y="793"/>
                    <a:pt x="53" y="817"/>
                    <a:pt x="46" y="837"/>
                  </a:cubicBezTo>
                  <a:cubicBezTo>
                    <a:pt x="42" y="847"/>
                    <a:pt x="37" y="857"/>
                    <a:pt x="31" y="865"/>
                  </a:cubicBezTo>
                  <a:cubicBezTo>
                    <a:pt x="22" y="876"/>
                    <a:pt x="17" y="882"/>
                    <a:pt x="0" y="897"/>
                  </a:cubicBezTo>
                  <a:lnTo>
                    <a:pt x="285" y="897"/>
                  </a:lnTo>
                  <a:cubicBezTo>
                    <a:pt x="273" y="883"/>
                    <a:pt x="269" y="878"/>
                    <a:pt x="261" y="867"/>
                  </a:cubicBezTo>
                  <a:cubicBezTo>
                    <a:pt x="254" y="859"/>
                    <a:pt x="249" y="850"/>
                    <a:pt x="245" y="840"/>
                  </a:cubicBezTo>
                  <a:cubicBezTo>
                    <a:pt x="238" y="820"/>
                    <a:pt x="234" y="799"/>
                    <a:pt x="234" y="757"/>
                  </a:cubicBezTo>
                  <a:cubicBezTo>
                    <a:pt x="234" y="744"/>
                    <a:pt x="233" y="729"/>
                    <a:pt x="233" y="712"/>
                  </a:cubicBezTo>
                  <a:lnTo>
                    <a:pt x="233" y="510"/>
                  </a:lnTo>
                  <a:lnTo>
                    <a:pt x="400" y="710"/>
                  </a:lnTo>
                  <a:cubicBezTo>
                    <a:pt x="407" y="719"/>
                    <a:pt x="420" y="734"/>
                    <a:pt x="437" y="753"/>
                  </a:cubicBezTo>
                  <a:cubicBezTo>
                    <a:pt x="456" y="775"/>
                    <a:pt x="471" y="791"/>
                    <a:pt x="481" y="801"/>
                  </a:cubicBezTo>
                  <a:cubicBezTo>
                    <a:pt x="513" y="835"/>
                    <a:pt x="543" y="859"/>
                    <a:pt x="573" y="875"/>
                  </a:cubicBezTo>
                  <a:cubicBezTo>
                    <a:pt x="599" y="889"/>
                    <a:pt x="624" y="895"/>
                    <a:pt x="662" y="896"/>
                  </a:cubicBezTo>
                  <a:cubicBezTo>
                    <a:pt x="677" y="897"/>
                    <a:pt x="693" y="897"/>
                    <a:pt x="709" y="897"/>
                  </a:cubicBezTo>
                  <a:lnTo>
                    <a:pt x="822" y="897"/>
                  </a:lnTo>
                  <a:cubicBezTo>
                    <a:pt x="807" y="885"/>
                    <a:pt x="800" y="880"/>
                    <a:pt x="789" y="870"/>
                  </a:cubicBezTo>
                  <a:cubicBezTo>
                    <a:pt x="777" y="859"/>
                    <a:pt x="764" y="848"/>
                    <a:pt x="750" y="83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34F3EDB6-FE7C-462E-BB43-CAE35EBC549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9" y="195"/>
              <a:ext cx="68" cy="84"/>
            </a:xfrm>
            <a:custGeom>
              <a:avLst/>
              <a:gdLst>
                <a:gd name="T0" fmla="*/ 668 w 765"/>
                <a:gd name="T1" fmla="*/ 790 h 944"/>
                <a:gd name="T2" fmla="*/ 668 w 765"/>
                <a:gd name="T3" fmla="*/ 790 h 944"/>
                <a:gd name="T4" fmla="*/ 512 w 765"/>
                <a:gd name="T5" fmla="*/ 823 h 944"/>
                <a:gd name="T6" fmla="*/ 281 w 765"/>
                <a:gd name="T7" fmla="*/ 727 h 944"/>
                <a:gd name="T8" fmla="*/ 191 w 765"/>
                <a:gd name="T9" fmla="*/ 478 h 944"/>
                <a:gd name="T10" fmla="*/ 272 w 765"/>
                <a:gd name="T11" fmla="*/ 236 h 944"/>
                <a:gd name="T12" fmla="*/ 354 w 765"/>
                <a:gd name="T13" fmla="*/ 170 h 944"/>
                <a:gd name="T14" fmla="*/ 527 w 765"/>
                <a:gd name="T15" fmla="*/ 126 h 944"/>
                <a:gd name="T16" fmla="*/ 688 w 765"/>
                <a:gd name="T17" fmla="*/ 159 h 944"/>
                <a:gd name="T18" fmla="*/ 762 w 765"/>
                <a:gd name="T19" fmla="*/ 199 h 944"/>
                <a:gd name="T20" fmla="*/ 762 w 765"/>
                <a:gd name="T21" fmla="*/ 31 h 944"/>
                <a:gd name="T22" fmla="*/ 708 w 765"/>
                <a:gd name="T23" fmla="*/ 16 h 944"/>
                <a:gd name="T24" fmla="*/ 550 w 765"/>
                <a:gd name="T25" fmla="*/ 0 h 944"/>
                <a:gd name="T26" fmla="*/ 294 w 765"/>
                <a:gd name="T27" fmla="*/ 48 h 944"/>
                <a:gd name="T28" fmla="*/ 171 w 765"/>
                <a:gd name="T29" fmla="*/ 121 h 944"/>
                <a:gd name="T30" fmla="*/ 0 w 765"/>
                <a:gd name="T31" fmla="*/ 488 h 944"/>
                <a:gd name="T32" fmla="*/ 164 w 765"/>
                <a:gd name="T33" fmla="*/ 840 h 944"/>
                <a:gd name="T34" fmla="*/ 499 w 765"/>
                <a:gd name="T35" fmla="*/ 944 h 944"/>
                <a:gd name="T36" fmla="*/ 751 w 765"/>
                <a:gd name="T37" fmla="*/ 904 h 944"/>
                <a:gd name="T38" fmla="*/ 765 w 765"/>
                <a:gd name="T39" fmla="*/ 899 h 944"/>
                <a:gd name="T40" fmla="*/ 765 w 765"/>
                <a:gd name="T41" fmla="*/ 736 h 944"/>
                <a:gd name="T42" fmla="*/ 724 w 765"/>
                <a:gd name="T43" fmla="*/ 763 h 944"/>
                <a:gd name="T44" fmla="*/ 668 w 765"/>
                <a:gd name="T45" fmla="*/ 790 h 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65" h="944">
                  <a:moveTo>
                    <a:pt x="668" y="790"/>
                  </a:moveTo>
                  <a:lnTo>
                    <a:pt x="668" y="790"/>
                  </a:lnTo>
                  <a:cubicBezTo>
                    <a:pt x="614" y="813"/>
                    <a:pt x="565" y="823"/>
                    <a:pt x="512" y="823"/>
                  </a:cubicBezTo>
                  <a:cubicBezTo>
                    <a:pt x="419" y="823"/>
                    <a:pt x="340" y="790"/>
                    <a:pt x="281" y="727"/>
                  </a:cubicBezTo>
                  <a:cubicBezTo>
                    <a:pt x="222" y="664"/>
                    <a:pt x="191" y="577"/>
                    <a:pt x="191" y="478"/>
                  </a:cubicBezTo>
                  <a:cubicBezTo>
                    <a:pt x="191" y="384"/>
                    <a:pt x="220" y="297"/>
                    <a:pt x="272" y="236"/>
                  </a:cubicBezTo>
                  <a:cubicBezTo>
                    <a:pt x="295" y="210"/>
                    <a:pt x="322" y="187"/>
                    <a:pt x="354" y="170"/>
                  </a:cubicBezTo>
                  <a:cubicBezTo>
                    <a:pt x="404" y="141"/>
                    <a:pt x="463" y="126"/>
                    <a:pt x="527" y="126"/>
                  </a:cubicBezTo>
                  <a:cubicBezTo>
                    <a:pt x="582" y="126"/>
                    <a:pt x="635" y="137"/>
                    <a:pt x="688" y="159"/>
                  </a:cubicBezTo>
                  <a:cubicBezTo>
                    <a:pt x="722" y="172"/>
                    <a:pt x="734" y="179"/>
                    <a:pt x="762" y="199"/>
                  </a:cubicBezTo>
                  <a:lnTo>
                    <a:pt x="762" y="31"/>
                  </a:lnTo>
                  <a:cubicBezTo>
                    <a:pt x="740" y="24"/>
                    <a:pt x="731" y="21"/>
                    <a:pt x="708" y="16"/>
                  </a:cubicBezTo>
                  <a:cubicBezTo>
                    <a:pt x="656" y="5"/>
                    <a:pt x="606" y="0"/>
                    <a:pt x="550" y="0"/>
                  </a:cubicBezTo>
                  <a:cubicBezTo>
                    <a:pt x="453" y="0"/>
                    <a:pt x="370" y="16"/>
                    <a:pt x="294" y="48"/>
                  </a:cubicBezTo>
                  <a:cubicBezTo>
                    <a:pt x="249" y="67"/>
                    <a:pt x="207" y="91"/>
                    <a:pt x="171" y="121"/>
                  </a:cubicBezTo>
                  <a:cubicBezTo>
                    <a:pt x="60" y="210"/>
                    <a:pt x="0" y="339"/>
                    <a:pt x="0" y="488"/>
                  </a:cubicBezTo>
                  <a:cubicBezTo>
                    <a:pt x="0" y="632"/>
                    <a:pt x="58" y="756"/>
                    <a:pt x="164" y="840"/>
                  </a:cubicBezTo>
                  <a:cubicBezTo>
                    <a:pt x="251" y="909"/>
                    <a:pt x="364" y="944"/>
                    <a:pt x="499" y="944"/>
                  </a:cubicBezTo>
                  <a:cubicBezTo>
                    <a:pt x="583" y="944"/>
                    <a:pt x="662" y="931"/>
                    <a:pt x="751" y="904"/>
                  </a:cubicBezTo>
                  <a:cubicBezTo>
                    <a:pt x="754" y="903"/>
                    <a:pt x="759" y="901"/>
                    <a:pt x="765" y="899"/>
                  </a:cubicBezTo>
                  <a:lnTo>
                    <a:pt x="765" y="736"/>
                  </a:lnTo>
                  <a:cubicBezTo>
                    <a:pt x="744" y="750"/>
                    <a:pt x="736" y="755"/>
                    <a:pt x="724" y="763"/>
                  </a:cubicBezTo>
                  <a:cubicBezTo>
                    <a:pt x="706" y="773"/>
                    <a:pt x="688" y="782"/>
                    <a:pt x="668" y="79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0C94C8B8-CBC0-42C8-8A35-C38A592185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1" y="197"/>
              <a:ext cx="78" cy="83"/>
            </a:xfrm>
            <a:custGeom>
              <a:avLst/>
              <a:gdLst>
                <a:gd name="T0" fmla="*/ 631 w 885"/>
                <a:gd name="T1" fmla="*/ 34 h 927"/>
                <a:gd name="T2" fmla="*/ 631 w 885"/>
                <a:gd name="T3" fmla="*/ 34 h 927"/>
                <a:gd name="T4" fmla="*/ 644 w 885"/>
                <a:gd name="T5" fmla="*/ 65 h 927"/>
                <a:gd name="T6" fmla="*/ 652 w 885"/>
                <a:gd name="T7" fmla="*/ 159 h 927"/>
                <a:gd name="T8" fmla="*/ 652 w 885"/>
                <a:gd name="T9" fmla="*/ 500 h 927"/>
                <a:gd name="T10" fmla="*/ 645 w 885"/>
                <a:gd name="T11" fmla="*/ 652 h 927"/>
                <a:gd name="T12" fmla="*/ 621 w 885"/>
                <a:gd name="T13" fmla="*/ 718 h 927"/>
                <a:gd name="T14" fmla="*/ 511 w 885"/>
                <a:gd name="T15" fmla="*/ 795 h 927"/>
                <a:gd name="T16" fmla="*/ 448 w 885"/>
                <a:gd name="T17" fmla="*/ 802 h 927"/>
                <a:gd name="T18" fmla="*/ 272 w 885"/>
                <a:gd name="T19" fmla="*/ 726 h 927"/>
                <a:gd name="T20" fmla="*/ 240 w 885"/>
                <a:gd name="T21" fmla="*/ 562 h 927"/>
                <a:gd name="T22" fmla="*/ 239 w 885"/>
                <a:gd name="T23" fmla="*/ 488 h 927"/>
                <a:gd name="T24" fmla="*/ 239 w 885"/>
                <a:gd name="T25" fmla="*/ 218 h 927"/>
                <a:gd name="T26" fmla="*/ 241 w 885"/>
                <a:gd name="T27" fmla="*/ 114 h 927"/>
                <a:gd name="T28" fmla="*/ 248 w 885"/>
                <a:gd name="T29" fmla="*/ 73 h 927"/>
                <a:gd name="T30" fmla="*/ 284 w 885"/>
                <a:gd name="T31" fmla="*/ 8 h 927"/>
                <a:gd name="T32" fmla="*/ 291 w 885"/>
                <a:gd name="T33" fmla="*/ 0 h 927"/>
                <a:gd name="T34" fmla="*/ 0 w 885"/>
                <a:gd name="T35" fmla="*/ 0 h 927"/>
                <a:gd name="T36" fmla="*/ 32 w 885"/>
                <a:gd name="T37" fmla="*/ 36 h 927"/>
                <a:gd name="T38" fmla="*/ 45 w 885"/>
                <a:gd name="T39" fmla="*/ 67 h 927"/>
                <a:gd name="T40" fmla="*/ 51 w 885"/>
                <a:gd name="T41" fmla="*/ 109 h 927"/>
                <a:gd name="T42" fmla="*/ 51 w 885"/>
                <a:gd name="T43" fmla="*/ 164 h 927"/>
                <a:gd name="T44" fmla="*/ 52 w 885"/>
                <a:gd name="T45" fmla="*/ 216 h 927"/>
                <a:gd name="T46" fmla="*/ 52 w 885"/>
                <a:gd name="T47" fmla="*/ 473 h 927"/>
                <a:gd name="T48" fmla="*/ 55 w 885"/>
                <a:gd name="T49" fmla="*/ 631 h 927"/>
                <a:gd name="T50" fmla="*/ 118 w 885"/>
                <a:gd name="T51" fmla="*/ 796 h 927"/>
                <a:gd name="T52" fmla="*/ 435 w 885"/>
                <a:gd name="T53" fmla="*/ 927 h 927"/>
                <a:gd name="T54" fmla="*/ 615 w 885"/>
                <a:gd name="T55" fmla="*/ 898 h 927"/>
                <a:gd name="T56" fmla="*/ 748 w 885"/>
                <a:gd name="T57" fmla="*/ 809 h 927"/>
                <a:gd name="T58" fmla="*/ 821 w 885"/>
                <a:gd name="T59" fmla="*/ 635 h 927"/>
                <a:gd name="T60" fmla="*/ 827 w 885"/>
                <a:gd name="T61" fmla="*/ 475 h 927"/>
                <a:gd name="T62" fmla="*/ 827 w 885"/>
                <a:gd name="T63" fmla="*/ 217 h 927"/>
                <a:gd name="T64" fmla="*/ 826 w 885"/>
                <a:gd name="T65" fmla="*/ 165 h 927"/>
                <a:gd name="T66" fmla="*/ 826 w 885"/>
                <a:gd name="T67" fmla="*/ 155 h 927"/>
                <a:gd name="T68" fmla="*/ 834 w 885"/>
                <a:gd name="T69" fmla="*/ 73 h 927"/>
                <a:gd name="T70" fmla="*/ 849 w 885"/>
                <a:gd name="T71" fmla="*/ 37 h 927"/>
                <a:gd name="T72" fmla="*/ 885 w 885"/>
                <a:gd name="T73" fmla="*/ 0 h 927"/>
                <a:gd name="T74" fmla="*/ 599 w 885"/>
                <a:gd name="T75" fmla="*/ 0 h 927"/>
                <a:gd name="T76" fmla="*/ 631 w 885"/>
                <a:gd name="T77" fmla="*/ 34 h 9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85" h="927">
                  <a:moveTo>
                    <a:pt x="631" y="34"/>
                  </a:moveTo>
                  <a:lnTo>
                    <a:pt x="631" y="34"/>
                  </a:lnTo>
                  <a:cubicBezTo>
                    <a:pt x="637" y="44"/>
                    <a:pt x="641" y="54"/>
                    <a:pt x="644" y="65"/>
                  </a:cubicBezTo>
                  <a:cubicBezTo>
                    <a:pt x="650" y="87"/>
                    <a:pt x="652" y="108"/>
                    <a:pt x="652" y="159"/>
                  </a:cubicBezTo>
                  <a:lnTo>
                    <a:pt x="652" y="500"/>
                  </a:lnTo>
                  <a:cubicBezTo>
                    <a:pt x="652" y="573"/>
                    <a:pt x="650" y="617"/>
                    <a:pt x="645" y="652"/>
                  </a:cubicBezTo>
                  <a:cubicBezTo>
                    <a:pt x="641" y="676"/>
                    <a:pt x="633" y="698"/>
                    <a:pt x="621" y="718"/>
                  </a:cubicBezTo>
                  <a:cubicBezTo>
                    <a:pt x="600" y="755"/>
                    <a:pt x="559" y="783"/>
                    <a:pt x="511" y="795"/>
                  </a:cubicBezTo>
                  <a:cubicBezTo>
                    <a:pt x="492" y="800"/>
                    <a:pt x="470" y="802"/>
                    <a:pt x="448" y="802"/>
                  </a:cubicBezTo>
                  <a:cubicBezTo>
                    <a:pt x="371" y="802"/>
                    <a:pt x="304" y="773"/>
                    <a:pt x="272" y="726"/>
                  </a:cubicBezTo>
                  <a:cubicBezTo>
                    <a:pt x="248" y="690"/>
                    <a:pt x="241" y="655"/>
                    <a:pt x="240" y="562"/>
                  </a:cubicBezTo>
                  <a:lnTo>
                    <a:pt x="239" y="488"/>
                  </a:lnTo>
                  <a:lnTo>
                    <a:pt x="239" y="218"/>
                  </a:lnTo>
                  <a:cubicBezTo>
                    <a:pt x="239" y="166"/>
                    <a:pt x="239" y="141"/>
                    <a:pt x="241" y="114"/>
                  </a:cubicBezTo>
                  <a:cubicBezTo>
                    <a:pt x="242" y="98"/>
                    <a:pt x="244" y="84"/>
                    <a:pt x="248" y="73"/>
                  </a:cubicBezTo>
                  <a:cubicBezTo>
                    <a:pt x="254" y="52"/>
                    <a:pt x="269" y="25"/>
                    <a:pt x="284" y="8"/>
                  </a:cubicBezTo>
                  <a:cubicBezTo>
                    <a:pt x="286" y="6"/>
                    <a:pt x="288" y="3"/>
                    <a:pt x="291" y="0"/>
                  </a:cubicBezTo>
                  <a:lnTo>
                    <a:pt x="0" y="0"/>
                  </a:lnTo>
                  <a:cubicBezTo>
                    <a:pt x="18" y="15"/>
                    <a:pt x="23" y="21"/>
                    <a:pt x="32" y="36"/>
                  </a:cubicBezTo>
                  <a:cubicBezTo>
                    <a:pt x="38" y="46"/>
                    <a:pt x="42" y="56"/>
                    <a:pt x="45" y="67"/>
                  </a:cubicBezTo>
                  <a:cubicBezTo>
                    <a:pt x="48" y="81"/>
                    <a:pt x="51" y="95"/>
                    <a:pt x="51" y="109"/>
                  </a:cubicBezTo>
                  <a:cubicBezTo>
                    <a:pt x="51" y="117"/>
                    <a:pt x="51" y="136"/>
                    <a:pt x="51" y="164"/>
                  </a:cubicBezTo>
                  <a:lnTo>
                    <a:pt x="52" y="216"/>
                  </a:lnTo>
                  <a:lnTo>
                    <a:pt x="52" y="473"/>
                  </a:lnTo>
                  <a:cubicBezTo>
                    <a:pt x="52" y="569"/>
                    <a:pt x="52" y="593"/>
                    <a:pt x="55" y="631"/>
                  </a:cubicBezTo>
                  <a:cubicBezTo>
                    <a:pt x="61" y="697"/>
                    <a:pt x="80" y="749"/>
                    <a:pt x="118" y="796"/>
                  </a:cubicBezTo>
                  <a:cubicBezTo>
                    <a:pt x="186" y="882"/>
                    <a:pt x="295" y="927"/>
                    <a:pt x="435" y="927"/>
                  </a:cubicBezTo>
                  <a:cubicBezTo>
                    <a:pt x="501" y="927"/>
                    <a:pt x="566" y="916"/>
                    <a:pt x="615" y="898"/>
                  </a:cubicBezTo>
                  <a:cubicBezTo>
                    <a:pt x="667" y="879"/>
                    <a:pt x="714" y="847"/>
                    <a:pt x="748" y="809"/>
                  </a:cubicBezTo>
                  <a:cubicBezTo>
                    <a:pt x="790" y="763"/>
                    <a:pt x="814" y="705"/>
                    <a:pt x="821" y="635"/>
                  </a:cubicBezTo>
                  <a:cubicBezTo>
                    <a:pt x="825" y="594"/>
                    <a:pt x="827" y="545"/>
                    <a:pt x="827" y="475"/>
                  </a:cubicBezTo>
                  <a:lnTo>
                    <a:pt x="827" y="217"/>
                  </a:lnTo>
                  <a:lnTo>
                    <a:pt x="826" y="165"/>
                  </a:lnTo>
                  <a:lnTo>
                    <a:pt x="826" y="155"/>
                  </a:lnTo>
                  <a:cubicBezTo>
                    <a:pt x="826" y="117"/>
                    <a:pt x="828" y="94"/>
                    <a:pt x="834" y="73"/>
                  </a:cubicBezTo>
                  <a:cubicBezTo>
                    <a:pt x="837" y="61"/>
                    <a:pt x="842" y="48"/>
                    <a:pt x="849" y="37"/>
                  </a:cubicBezTo>
                  <a:cubicBezTo>
                    <a:pt x="859" y="22"/>
                    <a:pt x="866" y="15"/>
                    <a:pt x="885" y="0"/>
                  </a:cubicBezTo>
                  <a:lnTo>
                    <a:pt x="599" y="0"/>
                  </a:lnTo>
                  <a:cubicBezTo>
                    <a:pt x="616" y="13"/>
                    <a:pt x="622" y="20"/>
                    <a:pt x="631" y="3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BD9D61AE-0A56-45EF-8877-45ED53B45F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1" y="197"/>
              <a:ext cx="77" cy="80"/>
            </a:xfrm>
            <a:custGeom>
              <a:avLst/>
              <a:gdLst>
                <a:gd name="T0" fmla="*/ 654 w 865"/>
                <a:gd name="T1" fmla="*/ 771 h 897"/>
                <a:gd name="T2" fmla="*/ 654 w 865"/>
                <a:gd name="T3" fmla="*/ 771 h 897"/>
                <a:gd name="T4" fmla="*/ 513 w 865"/>
                <a:gd name="T5" fmla="*/ 783 h 897"/>
                <a:gd name="T6" fmla="*/ 442 w 865"/>
                <a:gd name="T7" fmla="*/ 784 h 897"/>
                <a:gd name="T8" fmla="*/ 304 w 865"/>
                <a:gd name="T9" fmla="*/ 784 h 897"/>
                <a:gd name="T10" fmla="*/ 848 w 865"/>
                <a:gd name="T11" fmla="*/ 0 h 897"/>
                <a:gd name="T12" fmla="*/ 143 w 865"/>
                <a:gd name="T13" fmla="*/ 0 h 897"/>
                <a:gd name="T14" fmla="*/ 56 w 865"/>
                <a:gd name="T15" fmla="*/ 191 h 897"/>
                <a:gd name="T16" fmla="*/ 121 w 865"/>
                <a:gd name="T17" fmla="*/ 160 h 897"/>
                <a:gd name="T18" fmla="*/ 248 w 865"/>
                <a:gd name="T19" fmla="*/ 124 h 897"/>
                <a:gd name="T20" fmla="*/ 375 w 865"/>
                <a:gd name="T21" fmla="*/ 113 h 897"/>
                <a:gd name="T22" fmla="*/ 444 w 865"/>
                <a:gd name="T23" fmla="*/ 112 h 897"/>
                <a:gd name="T24" fmla="*/ 549 w 865"/>
                <a:gd name="T25" fmla="*/ 112 h 897"/>
                <a:gd name="T26" fmla="*/ 0 w 865"/>
                <a:gd name="T27" fmla="*/ 897 h 897"/>
                <a:gd name="T28" fmla="*/ 776 w 865"/>
                <a:gd name="T29" fmla="*/ 897 h 897"/>
                <a:gd name="T30" fmla="*/ 865 w 865"/>
                <a:gd name="T31" fmla="*/ 692 h 897"/>
                <a:gd name="T32" fmla="*/ 800 w 865"/>
                <a:gd name="T33" fmla="*/ 727 h 897"/>
                <a:gd name="T34" fmla="*/ 654 w 865"/>
                <a:gd name="T35" fmla="*/ 771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65" h="897">
                  <a:moveTo>
                    <a:pt x="654" y="771"/>
                  </a:moveTo>
                  <a:lnTo>
                    <a:pt x="654" y="771"/>
                  </a:lnTo>
                  <a:cubicBezTo>
                    <a:pt x="614" y="778"/>
                    <a:pt x="569" y="782"/>
                    <a:pt x="513" y="783"/>
                  </a:cubicBezTo>
                  <a:cubicBezTo>
                    <a:pt x="495" y="784"/>
                    <a:pt x="471" y="784"/>
                    <a:pt x="442" y="784"/>
                  </a:cubicBezTo>
                  <a:lnTo>
                    <a:pt x="304" y="784"/>
                  </a:lnTo>
                  <a:lnTo>
                    <a:pt x="848" y="0"/>
                  </a:lnTo>
                  <a:lnTo>
                    <a:pt x="143" y="0"/>
                  </a:lnTo>
                  <a:lnTo>
                    <a:pt x="56" y="191"/>
                  </a:lnTo>
                  <a:cubicBezTo>
                    <a:pt x="85" y="176"/>
                    <a:pt x="96" y="170"/>
                    <a:pt x="121" y="160"/>
                  </a:cubicBezTo>
                  <a:cubicBezTo>
                    <a:pt x="162" y="144"/>
                    <a:pt x="206" y="132"/>
                    <a:pt x="248" y="124"/>
                  </a:cubicBezTo>
                  <a:cubicBezTo>
                    <a:pt x="285" y="118"/>
                    <a:pt x="319" y="115"/>
                    <a:pt x="375" y="113"/>
                  </a:cubicBezTo>
                  <a:cubicBezTo>
                    <a:pt x="400" y="112"/>
                    <a:pt x="423" y="112"/>
                    <a:pt x="444" y="112"/>
                  </a:cubicBezTo>
                  <a:lnTo>
                    <a:pt x="549" y="112"/>
                  </a:lnTo>
                  <a:lnTo>
                    <a:pt x="0" y="897"/>
                  </a:lnTo>
                  <a:lnTo>
                    <a:pt x="776" y="897"/>
                  </a:lnTo>
                  <a:lnTo>
                    <a:pt x="865" y="692"/>
                  </a:lnTo>
                  <a:cubicBezTo>
                    <a:pt x="834" y="710"/>
                    <a:pt x="823" y="716"/>
                    <a:pt x="800" y="727"/>
                  </a:cubicBezTo>
                  <a:cubicBezTo>
                    <a:pt x="754" y="747"/>
                    <a:pt x="705" y="762"/>
                    <a:pt x="654" y="77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0" name="Freeform 12">
              <a:extLst>
                <a:ext uri="{FF2B5EF4-FFF2-40B4-BE49-F238E27FC236}">
                  <a16:creationId xmlns:a16="http://schemas.microsoft.com/office/drawing/2014/main" id="{2049F35F-A4B0-4163-9D3A-5C38BFB360E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0" y="167"/>
              <a:ext cx="18" cy="18"/>
            </a:xfrm>
            <a:custGeom>
              <a:avLst/>
              <a:gdLst>
                <a:gd name="T0" fmla="*/ 102 w 203"/>
                <a:gd name="T1" fmla="*/ 189 h 203"/>
                <a:gd name="T2" fmla="*/ 102 w 203"/>
                <a:gd name="T3" fmla="*/ 189 h 203"/>
                <a:gd name="T4" fmla="*/ 17 w 203"/>
                <a:gd name="T5" fmla="*/ 102 h 203"/>
                <a:gd name="T6" fmla="*/ 102 w 203"/>
                <a:gd name="T7" fmla="*/ 15 h 203"/>
                <a:gd name="T8" fmla="*/ 187 w 203"/>
                <a:gd name="T9" fmla="*/ 102 h 203"/>
                <a:gd name="T10" fmla="*/ 102 w 203"/>
                <a:gd name="T11" fmla="*/ 189 h 203"/>
                <a:gd name="T12" fmla="*/ 102 w 203"/>
                <a:gd name="T13" fmla="*/ 189 h 203"/>
                <a:gd name="T14" fmla="*/ 102 w 203"/>
                <a:gd name="T15" fmla="*/ 0 h 203"/>
                <a:gd name="T16" fmla="*/ 102 w 203"/>
                <a:gd name="T17" fmla="*/ 0 h 203"/>
                <a:gd name="T18" fmla="*/ 0 w 203"/>
                <a:gd name="T19" fmla="*/ 102 h 203"/>
                <a:gd name="T20" fmla="*/ 102 w 203"/>
                <a:gd name="T21" fmla="*/ 203 h 203"/>
                <a:gd name="T22" fmla="*/ 203 w 203"/>
                <a:gd name="T23" fmla="*/ 102 h 203"/>
                <a:gd name="T24" fmla="*/ 102 w 203"/>
                <a:gd name="T25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3" h="203">
                  <a:moveTo>
                    <a:pt x="102" y="189"/>
                  </a:moveTo>
                  <a:lnTo>
                    <a:pt x="102" y="189"/>
                  </a:lnTo>
                  <a:cubicBezTo>
                    <a:pt x="54" y="189"/>
                    <a:pt x="17" y="154"/>
                    <a:pt x="17" y="102"/>
                  </a:cubicBezTo>
                  <a:cubicBezTo>
                    <a:pt x="17" y="50"/>
                    <a:pt x="54" y="15"/>
                    <a:pt x="102" y="15"/>
                  </a:cubicBezTo>
                  <a:cubicBezTo>
                    <a:pt x="150" y="15"/>
                    <a:pt x="187" y="50"/>
                    <a:pt x="187" y="102"/>
                  </a:cubicBezTo>
                  <a:cubicBezTo>
                    <a:pt x="187" y="154"/>
                    <a:pt x="150" y="189"/>
                    <a:pt x="102" y="189"/>
                  </a:cubicBezTo>
                  <a:lnTo>
                    <a:pt x="102" y="189"/>
                  </a:lnTo>
                  <a:close/>
                  <a:moveTo>
                    <a:pt x="102" y="0"/>
                  </a:moveTo>
                  <a:lnTo>
                    <a:pt x="102" y="0"/>
                  </a:lnTo>
                  <a:cubicBezTo>
                    <a:pt x="46" y="0"/>
                    <a:pt x="0" y="42"/>
                    <a:pt x="0" y="102"/>
                  </a:cubicBezTo>
                  <a:cubicBezTo>
                    <a:pt x="0" y="162"/>
                    <a:pt x="46" y="203"/>
                    <a:pt x="102" y="203"/>
                  </a:cubicBezTo>
                  <a:cubicBezTo>
                    <a:pt x="158" y="203"/>
                    <a:pt x="203" y="162"/>
                    <a:pt x="203" y="102"/>
                  </a:cubicBezTo>
                  <a:cubicBezTo>
                    <a:pt x="203" y="42"/>
                    <a:pt x="158" y="0"/>
                    <a:pt x="10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1" name="Freeform 13">
              <a:extLst>
                <a:ext uri="{FF2B5EF4-FFF2-40B4-BE49-F238E27FC236}">
                  <a16:creationId xmlns:a16="http://schemas.microsoft.com/office/drawing/2014/main" id="{CBBC93A2-9074-49D3-B8A1-1C42390EFA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6" y="171"/>
              <a:ext cx="7" cy="9"/>
            </a:xfrm>
            <a:custGeom>
              <a:avLst/>
              <a:gdLst>
                <a:gd name="T0" fmla="*/ 40 w 87"/>
                <a:gd name="T1" fmla="*/ 50 h 107"/>
                <a:gd name="T2" fmla="*/ 40 w 87"/>
                <a:gd name="T3" fmla="*/ 50 h 107"/>
                <a:gd name="T4" fmla="*/ 15 w 87"/>
                <a:gd name="T5" fmla="*/ 50 h 107"/>
                <a:gd name="T6" fmla="*/ 15 w 87"/>
                <a:gd name="T7" fmla="*/ 16 h 107"/>
                <a:gd name="T8" fmla="*/ 38 w 87"/>
                <a:gd name="T9" fmla="*/ 16 h 107"/>
                <a:gd name="T10" fmla="*/ 66 w 87"/>
                <a:gd name="T11" fmla="*/ 33 h 107"/>
                <a:gd name="T12" fmla="*/ 40 w 87"/>
                <a:gd name="T13" fmla="*/ 50 h 107"/>
                <a:gd name="T14" fmla="*/ 40 w 87"/>
                <a:gd name="T15" fmla="*/ 50 h 107"/>
                <a:gd name="T16" fmla="*/ 83 w 87"/>
                <a:gd name="T17" fmla="*/ 33 h 107"/>
                <a:gd name="T18" fmla="*/ 83 w 87"/>
                <a:gd name="T19" fmla="*/ 33 h 107"/>
                <a:gd name="T20" fmla="*/ 32 w 87"/>
                <a:gd name="T21" fmla="*/ 0 h 107"/>
                <a:gd name="T22" fmla="*/ 0 w 87"/>
                <a:gd name="T23" fmla="*/ 0 h 107"/>
                <a:gd name="T24" fmla="*/ 0 w 87"/>
                <a:gd name="T25" fmla="*/ 107 h 107"/>
                <a:gd name="T26" fmla="*/ 15 w 87"/>
                <a:gd name="T27" fmla="*/ 107 h 107"/>
                <a:gd name="T28" fmla="*/ 15 w 87"/>
                <a:gd name="T29" fmla="*/ 66 h 107"/>
                <a:gd name="T30" fmla="*/ 44 w 87"/>
                <a:gd name="T31" fmla="*/ 66 h 107"/>
                <a:gd name="T32" fmla="*/ 46 w 87"/>
                <a:gd name="T33" fmla="*/ 65 h 107"/>
                <a:gd name="T34" fmla="*/ 69 w 87"/>
                <a:gd name="T35" fmla="*/ 107 h 107"/>
                <a:gd name="T36" fmla="*/ 87 w 87"/>
                <a:gd name="T37" fmla="*/ 107 h 107"/>
                <a:gd name="T38" fmla="*/ 62 w 87"/>
                <a:gd name="T39" fmla="*/ 62 h 107"/>
                <a:gd name="T40" fmla="*/ 83 w 87"/>
                <a:gd name="T41" fmla="*/ 3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7" h="107">
                  <a:moveTo>
                    <a:pt x="40" y="50"/>
                  </a:moveTo>
                  <a:lnTo>
                    <a:pt x="40" y="50"/>
                  </a:lnTo>
                  <a:lnTo>
                    <a:pt x="15" y="50"/>
                  </a:lnTo>
                  <a:lnTo>
                    <a:pt x="15" y="16"/>
                  </a:lnTo>
                  <a:lnTo>
                    <a:pt x="38" y="16"/>
                  </a:lnTo>
                  <a:cubicBezTo>
                    <a:pt x="54" y="16"/>
                    <a:pt x="66" y="19"/>
                    <a:pt x="66" y="33"/>
                  </a:cubicBezTo>
                  <a:cubicBezTo>
                    <a:pt x="66" y="45"/>
                    <a:pt x="58" y="50"/>
                    <a:pt x="40" y="50"/>
                  </a:cubicBezTo>
                  <a:lnTo>
                    <a:pt x="40" y="50"/>
                  </a:lnTo>
                  <a:close/>
                  <a:moveTo>
                    <a:pt x="83" y="33"/>
                  </a:moveTo>
                  <a:lnTo>
                    <a:pt x="83" y="33"/>
                  </a:lnTo>
                  <a:cubicBezTo>
                    <a:pt x="83" y="5"/>
                    <a:pt x="64" y="0"/>
                    <a:pt x="32" y="0"/>
                  </a:cubicBezTo>
                  <a:lnTo>
                    <a:pt x="0" y="0"/>
                  </a:lnTo>
                  <a:lnTo>
                    <a:pt x="0" y="107"/>
                  </a:lnTo>
                  <a:lnTo>
                    <a:pt x="15" y="107"/>
                  </a:lnTo>
                  <a:lnTo>
                    <a:pt x="15" y="66"/>
                  </a:lnTo>
                  <a:lnTo>
                    <a:pt x="44" y="66"/>
                  </a:lnTo>
                  <a:cubicBezTo>
                    <a:pt x="45" y="66"/>
                    <a:pt x="46" y="66"/>
                    <a:pt x="46" y="65"/>
                  </a:cubicBezTo>
                  <a:lnTo>
                    <a:pt x="69" y="107"/>
                  </a:lnTo>
                  <a:lnTo>
                    <a:pt x="87" y="107"/>
                  </a:lnTo>
                  <a:lnTo>
                    <a:pt x="62" y="62"/>
                  </a:lnTo>
                  <a:cubicBezTo>
                    <a:pt x="76" y="56"/>
                    <a:pt x="83" y="45"/>
                    <a:pt x="83" y="3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</p:grp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7778DC4A-6DD8-4810-A49B-89B671171F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4" name="Footer Placeholder 3">
            <a:extLst>
              <a:ext uri="{FF2B5EF4-FFF2-40B4-BE49-F238E27FC236}">
                <a16:creationId xmlns:a16="http://schemas.microsoft.com/office/drawing/2014/main" id="{B66B4EB9-2868-4BA8-BD4D-16B8E7A16D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810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box and circle fo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824" y="1206178"/>
            <a:ext cx="5573967" cy="5040145"/>
          </a:xfrm>
        </p:spPr>
        <p:txBody>
          <a:bodyPr lIns="72000" tIns="72000" rIns="72000" bIns="72000"/>
          <a:lstStyle>
            <a:lvl1pPr>
              <a:defRPr sz="1800">
                <a:latin typeface="+mn-lt"/>
                <a:cs typeface="Arial" panose="020B0604020202020204" pitchFamily="34" charset="0"/>
              </a:defRPr>
            </a:lvl1pPr>
            <a:lvl2pPr>
              <a:defRPr sz="1600">
                <a:latin typeface="+mn-lt"/>
                <a:cs typeface="Arial" panose="020B0604020202020204" pitchFamily="34" charset="0"/>
              </a:defRPr>
            </a:lvl2pPr>
            <a:lvl3pPr>
              <a:defRPr sz="1400">
                <a:latin typeface="+mn-lt"/>
                <a:cs typeface="Arial" panose="020B0604020202020204" pitchFamily="34" charset="0"/>
              </a:defRPr>
            </a:lvl3pPr>
            <a:lvl4pPr>
              <a:defRPr sz="1200">
                <a:latin typeface="+mn-lt"/>
                <a:cs typeface="Arial" panose="020B0604020202020204" pitchFamily="34" charset="0"/>
              </a:defRPr>
            </a:lvl4pPr>
            <a:lvl5pPr>
              <a:defRPr sz="12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E1605E3C-D76A-4678-9277-BF9E2085756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13444" y="1274619"/>
            <a:ext cx="5040000" cy="5040000"/>
          </a:xfrm>
          <a:prstGeom prst="ellipse">
            <a:avLst/>
          </a:prstGeom>
        </p:spPr>
        <p:txBody>
          <a:bodyPr/>
          <a:lstStyle>
            <a:lvl1pPr algn="ctr">
              <a:buNone/>
              <a:defRPr b="0" i="0">
                <a:solidFill>
                  <a:srgbClr val="1C67AF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C29EECA6-DA60-0545-94DA-DA2F8B812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659" y="260268"/>
            <a:ext cx="9586415" cy="332399"/>
          </a:xfrm>
        </p:spPr>
        <p:txBody>
          <a:bodyPr>
            <a:spAutoFit/>
          </a:bodyPr>
          <a:lstStyle>
            <a:lvl1pPr>
              <a:defRPr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78EE7002-C39A-5A48-B25E-20539A4FFD23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252658" y="610597"/>
            <a:ext cx="9586415" cy="33239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 i="0">
                <a:solidFill>
                  <a:srgbClr val="2167AE"/>
                </a:solidFill>
                <a:latin typeface="+mn-lt"/>
                <a:cs typeface="Arial" panose="020B0604020202020204" pitchFamily="34" charset="0"/>
              </a:defRPr>
            </a:lvl1pPr>
            <a:lvl2pPr marL="3428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399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noProof="0" dirty="0"/>
          </a:p>
        </p:txBody>
      </p:sp>
      <p:grpSp>
        <p:nvGrpSpPr>
          <p:cNvPr id="19" name="Group 4">
            <a:extLst>
              <a:ext uri="{FF2B5EF4-FFF2-40B4-BE49-F238E27FC236}">
                <a16:creationId xmlns:a16="http://schemas.microsoft.com/office/drawing/2014/main" id="{7F57E830-3329-4063-98C7-AA1FC1445B7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178596" y="158751"/>
            <a:ext cx="1773767" cy="683683"/>
            <a:chOff x="79" y="75"/>
            <a:chExt cx="838" cy="323"/>
          </a:xfrm>
          <a:solidFill>
            <a:schemeClr val="accent1"/>
          </a:solidFill>
        </p:grpSpPr>
        <p:sp>
          <p:nvSpPr>
            <p:cNvPr id="22" name="AutoShape 3">
              <a:extLst>
                <a:ext uri="{FF2B5EF4-FFF2-40B4-BE49-F238E27FC236}">
                  <a16:creationId xmlns:a16="http://schemas.microsoft.com/office/drawing/2014/main" id="{688840B2-0A92-4968-8A8C-8571322121EC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9" y="75"/>
              <a:ext cx="838" cy="3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41BDBAC3-497E-41B0-8987-40DE00FB5A7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9" y="155"/>
              <a:ext cx="163" cy="164"/>
            </a:xfrm>
            <a:custGeom>
              <a:avLst/>
              <a:gdLst>
                <a:gd name="T0" fmla="*/ 920 w 1841"/>
                <a:gd name="T1" fmla="*/ 0 h 1842"/>
                <a:gd name="T2" fmla="*/ 920 w 1841"/>
                <a:gd name="T3" fmla="*/ 0 h 1842"/>
                <a:gd name="T4" fmla="*/ 0 w 1841"/>
                <a:gd name="T5" fmla="*/ 921 h 1842"/>
                <a:gd name="T6" fmla="*/ 0 w 1841"/>
                <a:gd name="T7" fmla="*/ 921 h 1842"/>
                <a:gd name="T8" fmla="*/ 188 w 1841"/>
                <a:gd name="T9" fmla="*/ 1479 h 1842"/>
                <a:gd name="T10" fmla="*/ 954 w 1841"/>
                <a:gd name="T11" fmla="*/ 473 h 1842"/>
                <a:gd name="T12" fmla="*/ 871 w 1841"/>
                <a:gd name="T13" fmla="*/ 474 h 1842"/>
                <a:gd name="T14" fmla="*/ 790 w 1841"/>
                <a:gd name="T15" fmla="*/ 473 h 1842"/>
                <a:gd name="T16" fmla="*/ 561 w 1841"/>
                <a:gd name="T17" fmla="*/ 491 h 1842"/>
                <a:gd name="T18" fmla="*/ 467 w 1841"/>
                <a:gd name="T19" fmla="*/ 530 h 1842"/>
                <a:gd name="T20" fmla="*/ 374 w 1841"/>
                <a:gd name="T21" fmla="*/ 641 h 1842"/>
                <a:gd name="T22" fmla="*/ 361 w 1841"/>
                <a:gd name="T23" fmla="*/ 665 h 1842"/>
                <a:gd name="T24" fmla="*/ 316 w 1841"/>
                <a:gd name="T25" fmla="*/ 655 h 1842"/>
                <a:gd name="T26" fmla="*/ 392 w 1841"/>
                <a:gd name="T27" fmla="*/ 366 h 1842"/>
                <a:gd name="T28" fmla="*/ 1350 w 1841"/>
                <a:gd name="T29" fmla="*/ 366 h 1842"/>
                <a:gd name="T30" fmla="*/ 588 w 1841"/>
                <a:gd name="T31" fmla="*/ 1385 h 1842"/>
                <a:gd name="T32" fmla="*/ 698 w 1841"/>
                <a:gd name="T33" fmla="*/ 1379 h 1842"/>
                <a:gd name="T34" fmla="*/ 839 w 1841"/>
                <a:gd name="T35" fmla="*/ 1385 h 1842"/>
                <a:gd name="T36" fmla="*/ 974 w 1841"/>
                <a:gd name="T37" fmla="*/ 1393 h 1842"/>
                <a:gd name="T38" fmla="*/ 1095 w 1841"/>
                <a:gd name="T39" fmla="*/ 1397 h 1842"/>
                <a:gd name="T40" fmla="*/ 1255 w 1841"/>
                <a:gd name="T41" fmla="*/ 1378 h 1842"/>
                <a:gd name="T42" fmla="*/ 1354 w 1841"/>
                <a:gd name="T43" fmla="*/ 1331 h 1842"/>
                <a:gd name="T44" fmla="*/ 1491 w 1841"/>
                <a:gd name="T45" fmla="*/ 1175 h 1842"/>
                <a:gd name="T46" fmla="*/ 1504 w 1841"/>
                <a:gd name="T47" fmla="*/ 1147 h 1842"/>
                <a:gd name="T48" fmla="*/ 1545 w 1841"/>
                <a:gd name="T49" fmla="*/ 1158 h 1842"/>
                <a:gd name="T50" fmla="*/ 1505 w 1841"/>
                <a:gd name="T51" fmla="*/ 1273 h 1842"/>
                <a:gd name="T52" fmla="*/ 1354 w 1841"/>
                <a:gd name="T53" fmla="*/ 1472 h 1842"/>
                <a:gd name="T54" fmla="*/ 1131 w 1841"/>
                <a:gd name="T55" fmla="*/ 1546 h 1842"/>
                <a:gd name="T56" fmla="*/ 1118 w 1841"/>
                <a:gd name="T57" fmla="*/ 1546 h 1842"/>
                <a:gd name="T58" fmla="*/ 854 w 1841"/>
                <a:gd name="T59" fmla="*/ 1518 h 1842"/>
                <a:gd name="T60" fmla="*/ 544 w 1841"/>
                <a:gd name="T61" fmla="*/ 1486 h 1842"/>
                <a:gd name="T62" fmla="*/ 394 w 1841"/>
                <a:gd name="T63" fmla="*/ 1498 h 1842"/>
                <a:gd name="T64" fmla="*/ 242 w 1841"/>
                <a:gd name="T65" fmla="*/ 1543 h 1842"/>
                <a:gd name="T66" fmla="*/ 920 w 1841"/>
                <a:gd name="T67" fmla="*/ 1842 h 1842"/>
                <a:gd name="T68" fmla="*/ 1841 w 1841"/>
                <a:gd name="T69" fmla="*/ 921 h 1842"/>
                <a:gd name="T70" fmla="*/ 920 w 1841"/>
                <a:gd name="T71" fmla="*/ 0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41" h="1842">
                  <a:moveTo>
                    <a:pt x="920" y="0"/>
                  </a:moveTo>
                  <a:lnTo>
                    <a:pt x="920" y="0"/>
                  </a:lnTo>
                  <a:cubicBezTo>
                    <a:pt x="412" y="0"/>
                    <a:pt x="0" y="412"/>
                    <a:pt x="0" y="921"/>
                  </a:cubicBezTo>
                  <a:lnTo>
                    <a:pt x="0" y="921"/>
                  </a:lnTo>
                  <a:cubicBezTo>
                    <a:pt x="0" y="1131"/>
                    <a:pt x="70" y="1325"/>
                    <a:pt x="188" y="1479"/>
                  </a:cubicBezTo>
                  <a:lnTo>
                    <a:pt x="954" y="473"/>
                  </a:lnTo>
                  <a:lnTo>
                    <a:pt x="871" y="474"/>
                  </a:lnTo>
                  <a:lnTo>
                    <a:pt x="790" y="473"/>
                  </a:lnTo>
                  <a:cubicBezTo>
                    <a:pt x="702" y="473"/>
                    <a:pt x="620" y="480"/>
                    <a:pt x="561" y="491"/>
                  </a:cubicBezTo>
                  <a:cubicBezTo>
                    <a:pt x="525" y="498"/>
                    <a:pt x="493" y="511"/>
                    <a:pt x="467" y="530"/>
                  </a:cubicBezTo>
                  <a:cubicBezTo>
                    <a:pt x="437" y="551"/>
                    <a:pt x="399" y="596"/>
                    <a:pt x="374" y="641"/>
                  </a:cubicBezTo>
                  <a:cubicBezTo>
                    <a:pt x="371" y="646"/>
                    <a:pt x="367" y="654"/>
                    <a:pt x="361" y="665"/>
                  </a:cubicBezTo>
                  <a:lnTo>
                    <a:pt x="316" y="655"/>
                  </a:lnTo>
                  <a:lnTo>
                    <a:pt x="392" y="366"/>
                  </a:lnTo>
                  <a:lnTo>
                    <a:pt x="1350" y="366"/>
                  </a:lnTo>
                  <a:lnTo>
                    <a:pt x="588" y="1385"/>
                  </a:lnTo>
                  <a:cubicBezTo>
                    <a:pt x="638" y="1380"/>
                    <a:pt x="658" y="1379"/>
                    <a:pt x="698" y="1379"/>
                  </a:cubicBezTo>
                  <a:cubicBezTo>
                    <a:pt x="729" y="1379"/>
                    <a:pt x="776" y="1381"/>
                    <a:pt x="839" y="1385"/>
                  </a:cubicBezTo>
                  <a:lnTo>
                    <a:pt x="974" y="1393"/>
                  </a:lnTo>
                  <a:cubicBezTo>
                    <a:pt x="1023" y="1396"/>
                    <a:pt x="1064" y="1397"/>
                    <a:pt x="1095" y="1397"/>
                  </a:cubicBezTo>
                  <a:cubicBezTo>
                    <a:pt x="1165" y="1397"/>
                    <a:pt x="1210" y="1392"/>
                    <a:pt x="1255" y="1378"/>
                  </a:cubicBezTo>
                  <a:cubicBezTo>
                    <a:pt x="1290" y="1367"/>
                    <a:pt x="1324" y="1351"/>
                    <a:pt x="1354" y="1331"/>
                  </a:cubicBezTo>
                  <a:cubicBezTo>
                    <a:pt x="1408" y="1293"/>
                    <a:pt x="1460" y="1234"/>
                    <a:pt x="1491" y="1175"/>
                  </a:cubicBezTo>
                  <a:cubicBezTo>
                    <a:pt x="1494" y="1169"/>
                    <a:pt x="1499" y="1160"/>
                    <a:pt x="1504" y="1147"/>
                  </a:cubicBezTo>
                  <a:lnTo>
                    <a:pt x="1545" y="1158"/>
                  </a:lnTo>
                  <a:cubicBezTo>
                    <a:pt x="1532" y="1208"/>
                    <a:pt x="1525" y="1228"/>
                    <a:pt x="1505" y="1273"/>
                  </a:cubicBezTo>
                  <a:cubicBezTo>
                    <a:pt x="1464" y="1364"/>
                    <a:pt x="1417" y="1425"/>
                    <a:pt x="1354" y="1472"/>
                  </a:cubicBezTo>
                  <a:cubicBezTo>
                    <a:pt x="1289" y="1521"/>
                    <a:pt x="1216" y="1544"/>
                    <a:pt x="1131" y="1546"/>
                  </a:cubicBezTo>
                  <a:lnTo>
                    <a:pt x="1118" y="1546"/>
                  </a:lnTo>
                  <a:cubicBezTo>
                    <a:pt x="1055" y="1546"/>
                    <a:pt x="1006" y="1541"/>
                    <a:pt x="854" y="1518"/>
                  </a:cubicBezTo>
                  <a:cubicBezTo>
                    <a:pt x="700" y="1494"/>
                    <a:pt x="621" y="1486"/>
                    <a:pt x="544" y="1486"/>
                  </a:cubicBezTo>
                  <a:cubicBezTo>
                    <a:pt x="492" y="1486"/>
                    <a:pt x="444" y="1490"/>
                    <a:pt x="394" y="1498"/>
                  </a:cubicBezTo>
                  <a:cubicBezTo>
                    <a:pt x="328" y="1508"/>
                    <a:pt x="302" y="1516"/>
                    <a:pt x="242" y="1543"/>
                  </a:cubicBezTo>
                  <a:cubicBezTo>
                    <a:pt x="410" y="1727"/>
                    <a:pt x="652" y="1842"/>
                    <a:pt x="920" y="1842"/>
                  </a:cubicBezTo>
                  <a:cubicBezTo>
                    <a:pt x="1429" y="1842"/>
                    <a:pt x="1841" y="1430"/>
                    <a:pt x="1841" y="921"/>
                  </a:cubicBezTo>
                  <a:cubicBezTo>
                    <a:pt x="1841" y="412"/>
                    <a:pt x="1429" y="0"/>
                    <a:pt x="9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BEE17792-2541-41AB-A3A4-1488AC9142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2" y="197"/>
              <a:ext cx="25" cy="80"/>
            </a:xfrm>
            <a:custGeom>
              <a:avLst/>
              <a:gdLst>
                <a:gd name="T0" fmla="*/ 232 w 288"/>
                <a:gd name="T1" fmla="*/ 166 h 897"/>
                <a:gd name="T2" fmla="*/ 232 w 288"/>
                <a:gd name="T3" fmla="*/ 166 h 897"/>
                <a:gd name="T4" fmla="*/ 241 w 288"/>
                <a:gd name="T5" fmla="*/ 65 h 897"/>
                <a:gd name="T6" fmla="*/ 254 w 288"/>
                <a:gd name="T7" fmla="*/ 37 h 897"/>
                <a:gd name="T8" fmla="*/ 288 w 288"/>
                <a:gd name="T9" fmla="*/ 0 h 897"/>
                <a:gd name="T10" fmla="*/ 0 w 288"/>
                <a:gd name="T11" fmla="*/ 0 h 897"/>
                <a:gd name="T12" fmla="*/ 33 w 288"/>
                <a:gd name="T13" fmla="*/ 35 h 897"/>
                <a:gd name="T14" fmla="*/ 47 w 288"/>
                <a:gd name="T15" fmla="*/ 64 h 897"/>
                <a:gd name="T16" fmla="*/ 56 w 288"/>
                <a:gd name="T17" fmla="*/ 161 h 897"/>
                <a:gd name="T18" fmla="*/ 56 w 288"/>
                <a:gd name="T19" fmla="*/ 215 h 897"/>
                <a:gd name="T20" fmla="*/ 56 w 288"/>
                <a:gd name="T21" fmla="*/ 752 h 897"/>
                <a:gd name="T22" fmla="*/ 42 w 288"/>
                <a:gd name="T23" fmla="*/ 839 h 897"/>
                <a:gd name="T24" fmla="*/ 28 w 288"/>
                <a:gd name="T25" fmla="*/ 865 h 897"/>
                <a:gd name="T26" fmla="*/ 1 w 288"/>
                <a:gd name="T27" fmla="*/ 897 h 897"/>
                <a:gd name="T28" fmla="*/ 285 w 288"/>
                <a:gd name="T29" fmla="*/ 897 h 897"/>
                <a:gd name="T30" fmla="*/ 258 w 288"/>
                <a:gd name="T31" fmla="*/ 865 h 897"/>
                <a:gd name="T32" fmla="*/ 243 w 288"/>
                <a:gd name="T33" fmla="*/ 838 h 897"/>
                <a:gd name="T34" fmla="*/ 231 w 288"/>
                <a:gd name="T35" fmla="*/ 759 h 897"/>
                <a:gd name="T36" fmla="*/ 231 w 288"/>
                <a:gd name="T37" fmla="*/ 218 h 897"/>
                <a:gd name="T38" fmla="*/ 232 w 288"/>
                <a:gd name="T39" fmla="*/ 166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88" h="897">
                  <a:moveTo>
                    <a:pt x="232" y="166"/>
                  </a:moveTo>
                  <a:lnTo>
                    <a:pt x="232" y="166"/>
                  </a:lnTo>
                  <a:cubicBezTo>
                    <a:pt x="232" y="106"/>
                    <a:pt x="233" y="89"/>
                    <a:pt x="241" y="65"/>
                  </a:cubicBezTo>
                  <a:cubicBezTo>
                    <a:pt x="244" y="55"/>
                    <a:pt x="248" y="46"/>
                    <a:pt x="254" y="37"/>
                  </a:cubicBezTo>
                  <a:cubicBezTo>
                    <a:pt x="263" y="22"/>
                    <a:pt x="270" y="14"/>
                    <a:pt x="288" y="0"/>
                  </a:cubicBezTo>
                  <a:lnTo>
                    <a:pt x="0" y="0"/>
                  </a:lnTo>
                  <a:cubicBezTo>
                    <a:pt x="18" y="16"/>
                    <a:pt x="24" y="22"/>
                    <a:pt x="33" y="35"/>
                  </a:cubicBezTo>
                  <a:cubicBezTo>
                    <a:pt x="39" y="44"/>
                    <a:pt x="44" y="54"/>
                    <a:pt x="47" y="64"/>
                  </a:cubicBezTo>
                  <a:cubicBezTo>
                    <a:pt x="53" y="86"/>
                    <a:pt x="56" y="108"/>
                    <a:pt x="56" y="161"/>
                  </a:cubicBezTo>
                  <a:cubicBezTo>
                    <a:pt x="56" y="188"/>
                    <a:pt x="56" y="206"/>
                    <a:pt x="56" y="215"/>
                  </a:cubicBezTo>
                  <a:lnTo>
                    <a:pt x="56" y="752"/>
                  </a:lnTo>
                  <a:cubicBezTo>
                    <a:pt x="56" y="784"/>
                    <a:pt x="51" y="817"/>
                    <a:pt x="42" y="839"/>
                  </a:cubicBezTo>
                  <a:cubicBezTo>
                    <a:pt x="39" y="848"/>
                    <a:pt x="34" y="857"/>
                    <a:pt x="28" y="865"/>
                  </a:cubicBezTo>
                  <a:cubicBezTo>
                    <a:pt x="21" y="875"/>
                    <a:pt x="16" y="880"/>
                    <a:pt x="1" y="897"/>
                  </a:cubicBezTo>
                  <a:lnTo>
                    <a:pt x="285" y="897"/>
                  </a:lnTo>
                  <a:cubicBezTo>
                    <a:pt x="271" y="885"/>
                    <a:pt x="266" y="879"/>
                    <a:pt x="258" y="865"/>
                  </a:cubicBezTo>
                  <a:cubicBezTo>
                    <a:pt x="252" y="856"/>
                    <a:pt x="247" y="847"/>
                    <a:pt x="243" y="838"/>
                  </a:cubicBezTo>
                  <a:cubicBezTo>
                    <a:pt x="236" y="817"/>
                    <a:pt x="231" y="787"/>
                    <a:pt x="231" y="759"/>
                  </a:cubicBezTo>
                  <a:lnTo>
                    <a:pt x="231" y="218"/>
                  </a:lnTo>
                  <a:lnTo>
                    <a:pt x="232" y="1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7FE4A7E9-42E0-43D0-B996-856DC1B075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" y="197"/>
              <a:ext cx="77" cy="80"/>
            </a:xfrm>
            <a:custGeom>
              <a:avLst/>
              <a:gdLst>
                <a:gd name="T0" fmla="*/ 810 w 869"/>
                <a:gd name="T1" fmla="*/ 165 h 897"/>
                <a:gd name="T2" fmla="*/ 810 w 869"/>
                <a:gd name="T3" fmla="*/ 165 h 897"/>
                <a:gd name="T4" fmla="*/ 819 w 869"/>
                <a:gd name="T5" fmla="*/ 70 h 897"/>
                <a:gd name="T6" fmla="*/ 834 w 869"/>
                <a:gd name="T7" fmla="*/ 37 h 897"/>
                <a:gd name="T8" fmla="*/ 869 w 869"/>
                <a:gd name="T9" fmla="*/ 0 h 897"/>
                <a:gd name="T10" fmla="*/ 576 w 869"/>
                <a:gd name="T11" fmla="*/ 0 h 897"/>
                <a:gd name="T12" fmla="*/ 609 w 869"/>
                <a:gd name="T13" fmla="*/ 36 h 897"/>
                <a:gd name="T14" fmla="*/ 624 w 869"/>
                <a:gd name="T15" fmla="*/ 67 h 897"/>
                <a:gd name="T16" fmla="*/ 634 w 869"/>
                <a:gd name="T17" fmla="*/ 162 h 897"/>
                <a:gd name="T18" fmla="*/ 634 w 869"/>
                <a:gd name="T19" fmla="*/ 379 h 897"/>
                <a:gd name="T20" fmla="*/ 232 w 869"/>
                <a:gd name="T21" fmla="*/ 379 h 897"/>
                <a:gd name="T22" fmla="*/ 232 w 869"/>
                <a:gd name="T23" fmla="*/ 216 h 897"/>
                <a:gd name="T24" fmla="*/ 234 w 869"/>
                <a:gd name="T25" fmla="*/ 109 h 897"/>
                <a:gd name="T26" fmla="*/ 241 w 869"/>
                <a:gd name="T27" fmla="*/ 70 h 897"/>
                <a:gd name="T28" fmla="*/ 278 w 869"/>
                <a:gd name="T29" fmla="*/ 9 h 897"/>
                <a:gd name="T30" fmla="*/ 288 w 869"/>
                <a:gd name="T31" fmla="*/ 0 h 897"/>
                <a:gd name="T32" fmla="*/ 1 w 869"/>
                <a:gd name="T33" fmla="*/ 0 h 897"/>
                <a:gd name="T34" fmla="*/ 30 w 869"/>
                <a:gd name="T35" fmla="*/ 34 h 897"/>
                <a:gd name="T36" fmla="*/ 46 w 869"/>
                <a:gd name="T37" fmla="*/ 64 h 897"/>
                <a:gd name="T38" fmla="*/ 56 w 869"/>
                <a:gd name="T39" fmla="*/ 159 h 897"/>
                <a:gd name="T40" fmla="*/ 57 w 869"/>
                <a:gd name="T41" fmla="*/ 216 h 897"/>
                <a:gd name="T42" fmla="*/ 57 w 869"/>
                <a:gd name="T43" fmla="*/ 707 h 897"/>
                <a:gd name="T44" fmla="*/ 53 w 869"/>
                <a:gd name="T45" fmla="*/ 802 h 897"/>
                <a:gd name="T46" fmla="*/ 44 w 869"/>
                <a:gd name="T47" fmla="*/ 838 h 897"/>
                <a:gd name="T48" fmla="*/ 9 w 869"/>
                <a:gd name="T49" fmla="*/ 888 h 897"/>
                <a:gd name="T50" fmla="*/ 0 w 869"/>
                <a:gd name="T51" fmla="*/ 897 h 897"/>
                <a:gd name="T52" fmla="*/ 284 w 869"/>
                <a:gd name="T53" fmla="*/ 897 h 897"/>
                <a:gd name="T54" fmla="*/ 260 w 869"/>
                <a:gd name="T55" fmla="*/ 867 h 897"/>
                <a:gd name="T56" fmla="*/ 245 w 869"/>
                <a:gd name="T57" fmla="*/ 839 h 897"/>
                <a:gd name="T58" fmla="*/ 232 w 869"/>
                <a:gd name="T59" fmla="*/ 761 h 897"/>
                <a:gd name="T60" fmla="*/ 232 w 869"/>
                <a:gd name="T61" fmla="*/ 707 h 897"/>
                <a:gd name="T62" fmla="*/ 232 w 869"/>
                <a:gd name="T63" fmla="*/ 490 h 897"/>
                <a:gd name="T64" fmla="*/ 634 w 869"/>
                <a:gd name="T65" fmla="*/ 490 h 897"/>
                <a:gd name="T66" fmla="*/ 634 w 869"/>
                <a:gd name="T67" fmla="*/ 709 h 897"/>
                <a:gd name="T68" fmla="*/ 630 w 869"/>
                <a:gd name="T69" fmla="*/ 800 h 897"/>
                <a:gd name="T70" fmla="*/ 620 w 869"/>
                <a:gd name="T71" fmla="*/ 838 h 897"/>
                <a:gd name="T72" fmla="*/ 588 w 869"/>
                <a:gd name="T73" fmla="*/ 885 h 897"/>
                <a:gd name="T74" fmla="*/ 575 w 869"/>
                <a:gd name="T75" fmla="*/ 897 h 897"/>
                <a:gd name="T76" fmla="*/ 862 w 869"/>
                <a:gd name="T77" fmla="*/ 897 h 897"/>
                <a:gd name="T78" fmla="*/ 838 w 869"/>
                <a:gd name="T79" fmla="*/ 869 h 897"/>
                <a:gd name="T80" fmla="*/ 821 w 869"/>
                <a:gd name="T81" fmla="*/ 839 h 897"/>
                <a:gd name="T82" fmla="*/ 810 w 869"/>
                <a:gd name="T83" fmla="*/ 758 h 897"/>
                <a:gd name="T84" fmla="*/ 809 w 869"/>
                <a:gd name="T85" fmla="*/ 712 h 897"/>
                <a:gd name="T86" fmla="*/ 810 w 869"/>
                <a:gd name="T87" fmla="*/ 218 h 897"/>
                <a:gd name="T88" fmla="*/ 810 w 869"/>
                <a:gd name="T89" fmla="*/ 16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69" h="897">
                  <a:moveTo>
                    <a:pt x="810" y="165"/>
                  </a:moveTo>
                  <a:lnTo>
                    <a:pt x="810" y="165"/>
                  </a:lnTo>
                  <a:cubicBezTo>
                    <a:pt x="810" y="125"/>
                    <a:pt x="813" y="95"/>
                    <a:pt x="819" y="70"/>
                  </a:cubicBezTo>
                  <a:cubicBezTo>
                    <a:pt x="823" y="59"/>
                    <a:pt x="828" y="48"/>
                    <a:pt x="834" y="37"/>
                  </a:cubicBezTo>
                  <a:cubicBezTo>
                    <a:pt x="843" y="22"/>
                    <a:pt x="850" y="14"/>
                    <a:pt x="869" y="0"/>
                  </a:cubicBezTo>
                  <a:lnTo>
                    <a:pt x="576" y="0"/>
                  </a:lnTo>
                  <a:cubicBezTo>
                    <a:pt x="593" y="14"/>
                    <a:pt x="599" y="20"/>
                    <a:pt x="609" y="36"/>
                  </a:cubicBezTo>
                  <a:cubicBezTo>
                    <a:pt x="616" y="46"/>
                    <a:pt x="621" y="57"/>
                    <a:pt x="624" y="67"/>
                  </a:cubicBezTo>
                  <a:cubicBezTo>
                    <a:pt x="631" y="88"/>
                    <a:pt x="634" y="115"/>
                    <a:pt x="634" y="162"/>
                  </a:cubicBezTo>
                  <a:lnTo>
                    <a:pt x="634" y="379"/>
                  </a:lnTo>
                  <a:lnTo>
                    <a:pt x="232" y="379"/>
                  </a:lnTo>
                  <a:lnTo>
                    <a:pt x="232" y="216"/>
                  </a:lnTo>
                  <a:cubicBezTo>
                    <a:pt x="232" y="166"/>
                    <a:pt x="232" y="134"/>
                    <a:pt x="234" y="109"/>
                  </a:cubicBezTo>
                  <a:cubicBezTo>
                    <a:pt x="235" y="95"/>
                    <a:pt x="238" y="82"/>
                    <a:pt x="241" y="70"/>
                  </a:cubicBezTo>
                  <a:cubicBezTo>
                    <a:pt x="247" y="51"/>
                    <a:pt x="264" y="24"/>
                    <a:pt x="278" y="9"/>
                  </a:cubicBezTo>
                  <a:cubicBezTo>
                    <a:pt x="280" y="7"/>
                    <a:pt x="284" y="4"/>
                    <a:pt x="288" y="0"/>
                  </a:cubicBezTo>
                  <a:lnTo>
                    <a:pt x="1" y="0"/>
                  </a:lnTo>
                  <a:cubicBezTo>
                    <a:pt x="18" y="17"/>
                    <a:pt x="23" y="23"/>
                    <a:pt x="30" y="34"/>
                  </a:cubicBezTo>
                  <a:cubicBezTo>
                    <a:pt x="37" y="43"/>
                    <a:pt x="42" y="53"/>
                    <a:pt x="46" y="64"/>
                  </a:cubicBezTo>
                  <a:cubicBezTo>
                    <a:pt x="53" y="87"/>
                    <a:pt x="55" y="100"/>
                    <a:pt x="56" y="159"/>
                  </a:cubicBezTo>
                  <a:lnTo>
                    <a:pt x="57" y="216"/>
                  </a:lnTo>
                  <a:lnTo>
                    <a:pt x="57" y="707"/>
                  </a:lnTo>
                  <a:cubicBezTo>
                    <a:pt x="57" y="757"/>
                    <a:pt x="56" y="779"/>
                    <a:pt x="53" y="802"/>
                  </a:cubicBezTo>
                  <a:cubicBezTo>
                    <a:pt x="51" y="814"/>
                    <a:pt x="48" y="825"/>
                    <a:pt x="44" y="838"/>
                  </a:cubicBezTo>
                  <a:cubicBezTo>
                    <a:pt x="37" y="857"/>
                    <a:pt x="26" y="872"/>
                    <a:pt x="9" y="888"/>
                  </a:cubicBezTo>
                  <a:cubicBezTo>
                    <a:pt x="7" y="890"/>
                    <a:pt x="4" y="893"/>
                    <a:pt x="0" y="897"/>
                  </a:cubicBezTo>
                  <a:lnTo>
                    <a:pt x="284" y="897"/>
                  </a:lnTo>
                  <a:cubicBezTo>
                    <a:pt x="271" y="884"/>
                    <a:pt x="267" y="878"/>
                    <a:pt x="260" y="867"/>
                  </a:cubicBezTo>
                  <a:cubicBezTo>
                    <a:pt x="254" y="859"/>
                    <a:pt x="249" y="849"/>
                    <a:pt x="245" y="839"/>
                  </a:cubicBezTo>
                  <a:cubicBezTo>
                    <a:pt x="236" y="815"/>
                    <a:pt x="233" y="799"/>
                    <a:pt x="232" y="761"/>
                  </a:cubicBezTo>
                  <a:cubicBezTo>
                    <a:pt x="232" y="741"/>
                    <a:pt x="232" y="724"/>
                    <a:pt x="232" y="707"/>
                  </a:cubicBezTo>
                  <a:lnTo>
                    <a:pt x="232" y="490"/>
                  </a:lnTo>
                  <a:lnTo>
                    <a:pt x="634" y="490"/>
                  </a:lnTo>
                  <a:lnTo>
                    <a:pt x="634" y="709"/>
                  </a:lnTo>
                  <a:cubicBezTo>
                    <a:pt x="634" y="757"/>
                    <a:pt x="633" y="775"/>
                    <a:pt x="630" y="800"/>
                  </a:cubicBezTo>
                  <a:cubicBezTo>
                    <a:pt x="628" y="813"/>
                    <a:pt x="625" y="826"/>
                    <a:pt x="620" y="838"/>
                  </a:cubicBezTo>
                  <a:cubicBezTo>
                    <a:pt x="613" y="855"/>
                    <a:pt x="603" y="871"/>
                    <a:pt x="588" y="885"/>
                  </a:cubicBezTo>
                  <a:cubicBezTo>
                    <a:pt x="585" y="888"/>
                    <a:pt x="581" y="892"/>
                    <a:pt x="575" y="897"/>
                  </a:cubicBezTo>
                  <a:lnTo>
                    <a:pt x="862" y="897"/>
                  </a:lnTo>
                  <a:cubicBezTo>
                    <a:pt x="850" y="885"/>
                    <a:pt x="846" y="880"/>
                    <a:pt x="838" y="869"/>
                  </a:cubicBezTo>
                  <a:cubicBezTo>
                    <a:pt x="831" y="859"/>
                    <a:pt x="825" y="849"/>
                    <a:pt x="821" y="839"/>
                  </a:cubicBezTo>
                  <a:cubicBezTo>
                    <a:pt x="813" y="818"/>
                    <a:pt x="811" y="803"/>
                    <a:pt x="810" y="758"/>
                  </a:cubicBezTo>
                  <a:cubicBezTo>
                    <a:pt x="809" y="732"/>
                    <a:pt x="809" y="717"/>
                    <a:pt x="809" y="712"/>
                  </a:cubicBezTo>
                  <a:lnTo>
                    <a:pt x="810" y="218"/>
                  </a:lnTo>
                  <a:lnTo>
                    <a:pt x="810" y="16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451758A0-E6AE-4136-8372-7F123E7215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2" y="197"/>
              <a:ext cx="73" cy="80"/>
            </a:xfrm>
            <a:custGeom>
              <a:avLst/>
              <a:gdLst>
                <a:gd name="T0" fmla="*/ 408 w 822"/>
                <a:gd name="T1" fmla="*/ 395 h 897"/>
                <a:gd name="T2" fmla="*/ 408 w 822"/>
                <a:gd name="T3" fmla="*/ 395 h 897"/>
                <a:gd name="T4" fmla="*/ 295 w 822"/>
                <a:gd name="T5" fmla="*/ 431 h 897"/>
                <a:gd name="T6" fmla="*/ 248 w 822"/>
                <a:gd name="T7" fmla="*/ 435 h 897"/>
                <a:gd name="T8" fmla="*/ 233 w 822"/>
                <a:gd name="T9" fmla="*/ 435 h 897"/>
                <a:gd name="T10" fmla="*/ 233 w 822"/>
                <a:gd name="T11" fmla="*/ 103 h 897"/>
                <a:gd name="T12" fmla="*/ 257 w 822"/>
                <a:gd name="T13" fmla="*/ 102 h 897"/>
                <a:gd name="T14" fmla="*/ 378 w 822"/>
                <a:gd name="T15" fmla="*/ 117 h 897"/>
                <a:gd name="T16" fmla="*/ 439 w 822"/>
                <a:gd name="T17" fmla="*/ 149 h 897"/>
                <a:gd name="T18" fmla="*/ 485 w 822"/>
                <a:gd name="T19" fmla="*/ 260 h 897"/>
                <a:gd name="T20" fmla="*/ 450 w 822"/>
                <a:gd name="T21" fmla="*/ 361 h 897"/>
                <a:gd name="T22" fmla="*/ 408 w 822"/>
                <a:gd name="T23" fmla="*/ 395 h 897"/>
                <a:gd name="T24" fmla="*/ 408 w 822"/>
                <a:gd name="T25" fmla="*/ 395 h 897"/>
                <a:gd name="T26" fmla="*/ 750 w 822"/>
                <a:gd name="T27" fmla="*/ 835 h 897"/>
                <a:gd name="T28" fmla="*/ 750 w 822"/>
                <a:gd name="T29" fmla="*/ 835 h 897"/>
                <a:gd name="T30" fmla="*/ 649 w 822"/>
                <a:gd name="T31" fmla="*/ 730 h 897"/>
                <a:gd name="T32" fmla="*/ 583 w 822"/>
                <a:gd name="T33" fmla="*/ 657 h 897"/>
                <a:gd name="T34" fmla="*/ 444 w 822"/>
                <a:gd name="T35" fmla="*/ 493 h 897"/>
                <a:gd name="T36" fmla="*/ 484 w 822"/>
                <a:gd name="T37" fmla="*/ 480 h 897"/>
                <a:gd name="T38" fmla="*/ 594 w 822"/>
                <a:gd name="T39" fmla="*/ 416 h 897"/>
                <a:gd name="T40" fmla="*/ 665 w 822"/>
                <a:gd name="T41" fmla="*/ 313 h 897"/>
                <a:gd name="T42" fmla="*/ 676 w 822"/>
                <a:gd name="T43" fmla="*/ 244 h 897"/>
                <a:gd name="T44" fmla="*/ 615 w 822"/>
                <a:gd name="T45" fmla="*/ 97 h 897"/>
                <a:gd name="T46" fmla="*/ 470 w 822"/>
                <a:gd name="T47" fmla="*/ 16 h 897"/>
                <a:gd name="T48" fmla="*/ 316 w 822"/>
                <a:gd name="T49" fmla="*/ 1 h 897"/>
                <a:gd name="T50" fmla="*/ 233 w 822"/>
                <a:gd name="T51" fmla="*/ 0 h 897"/>
                <a:gd name="T52" fmla="*/ 2 w 822"/>
                <a:gd name="T53" fmla="*/ 0 h 897"/>
                <a:gd name="T54" fmla="*/ 32 w 822"/>
                <a:gd name="T55" fmla="*/ 33 h 897"/>
                <a:gd name="T56" fmla="*/ 47 w 822"/>
                <a:gd name="T57" fmla="*/ 66 h 897"/>
                <a:gd name="T58" fmla="*/ 56 w 822"/>
                <a:gd name="T59" fmla="*/ 162 h 897"/>
                <a:gd name="T60" fmla="*/ 56 w 822"/>
                <a:gd name="T61" fmla="*/ 750 h 897"/>
                <a:gd name="T62" fmla="*/ 46 w 822"/>
                <a:gd name="T63" fmla="*/ 837 h 897"/>
                <a:gd name="T64" fmla="*/ 31 w 822"/>
                <a:gd name="T65" fmla="*/ 865 h 897"/>
                <a:gd name="T66" fmla="*/ 0 w 822"/>
                <a:gd name="T67" fmla="*/ 897 h 897"/>
                <a:gd name="T68" fmla="*/ 285 w 822"/>
                <a:gd name="T69" fmla="*/ 897 h 897"/>
                <a:gd name="T70" fmla="*/ 261 w 822"/>
                <a:gd name="T71" fmla="*/ 867 h 897"/>
                <a:gd name="T72" fmla="*/ 245 w 822"/>
                <a:gd name="T73" fmla="*/ 840 h 897"/>
                <a:gd name="T74" fmla="*/ 234 w 822"/>
                <a:gd name="T75" fmla="*/ 757 h 897"/>
                <a:gd name="T76" fmla="*/ 233 w 822"/>
                <a:gd name="T77" fmla="*/ 712 h 897"/>
                <a:gd name="T78" fmla="*/ 233 w 822"/>
                <a:gd name="T79" fmla="*/ 510 h 897"/>
                <a:gd name="T80" fmla="*/ 400 w 822"/>
                <a:gd name="T81" fmla="*/ 710 h 897"/>
                <a:gd name="T82" fmla="*/ 437 w 822"/>
                <a:gd name="T83" fmla="*/ 753 h 897"/>
                <a:gd name="T84" fmla="*/ 481 w 822"/>
                <a:gd name="T85" fmla="*/ 801 h 897"/>
                <a:gd name="T86" fmla="*/ 573 w 822"/>
                <a:gd name="T87" fmla="*/ 875 h 897"/>
                <a:gd name="T88" fmla="*/ 662 w 822"/>
                <a:gd name="T89" fmla="*/ 896 h 897"/>
                <a:gd name="T90" fmla="*/ 709 w 822"/>
                <a:gd name="T91" fmla="*/ 897 h 897"/>
                <a:gd name="T92" fmla="*/ 822 w 822"/>
                <a:gd name="T93" fmla="*/ 897 h 897"/>
                <a:gd name="T94" fmla="*/ 789 w 822"/>
                <a:gd name="T95" fmla="*/ 870 h 897"/>
                <a:gd name="T96" fmla="*/ 750 w 822"/>
                <a:gd name="T97" fmla="*/ 83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2" h="897">
                  <a:moveTo>
                    <a:pt x="408" y="395"/>
                  </a:moveTo>
                  <a:lnTo>
                    <a:pt x="408" y="395"/>
                  </a:lnTo>
                  <a:cubicBezTo>
                    <a:pt x="376" y="413"/>
                    <a:pt x="343" y="424"/>
                    <a:pt x="295" y="431"/>
                  </a:cubicBezTo>
                  <a:cubicBezTo>
                    <a:pt x="277" y="434"/>
                    <a:pt x="261" y="435"/>
                    <a:pt x="248" y="435"/>
                  </a:cubicBezTo>
                  <a:cubicBezTo>
                    <a:pt x="243" y="435"/>
                    <a:pt x="240" y="435"/>
                    <a:pt x="233" y="435"/>
                  </a:cubicBezTo>
                  <a:lnTo>
                    <a:pt x="233" y="103"/>
                  </a:lnTo>
                  <a:cubicBezTo>
                    <a:pt x="245" y="102"/>
                    <a:pt x="249" y="102"/>
                    <a:pt x="257" y="102"/>
                  </a:cubicBezTo>
                  <a:cubicBezTo>
                    <a:pt x="301" y="102"/>
                    <a:pt x="344" y="107"/>
                    <a:pt x="378" y="117"/>
                  </a:cubicBezTo>
                  <a:cubicBezTo>
                    <a:pt x="400" y="123"/>
                    <a:pt x="421" y="135"/>
                    <a:pt x="439" y="149"/>
                  </a:cubicBezTo>
                  <a:cubicBezTo>
                    <a:pt x="469" y="175"/>
                    <a:pt x="485" y="213"/>
                    <a:pt x="485" y="260"/>
                  </a:cubicBezTo>
                  <a:cubicBezTo>
                    <a:pt x="485" y="300"/>
                    <a:pt x="473" y="335"/>
                    <a:pt x="450" y="361"/>
                  </a:cubicBezTo>
                  <a:cubicBezTo>
                    <a:pt x="439" y="373"/>
                    <a:pt x="425" y="385"/>
                    <a:pt x="408" y="395"/>
                  </a:cubicBezTo>
                  <a:lnTo>
                    <a:pt x="408" y="395"/>
                  </a:lnTo>
                  <a:close/>
                  <a:moveTo>
                    <a:pt x="750" y="835"/>
                  </a:moveTo>
                  <a:lnTo>
                    <a:pt x="750" y="835"/>
                  </a:lnTo>
                  <a:cubicBezTo>
                    <a:pt x="719" y="804"/>
                    <a:pt x="691" y="776"/>
                    <a:pt x="649" y="730"/>
                  </a:cubicBezTo>
                  <a:cubicBezTo>
                    <a:pt x="622" y="702"/>
                    <a:pt x="600" y="677"/>
                    <a:pt x="583" y="657"/>
                  </a:cubicBezTo>
                  <a:lnTo>
                    <a:pt x="444" y="493"/>
                  </a:lnTo>
                  <a:cubicBezTo>
                    <a:pt x="461" y="488"/>
                    <a:pt x="468" y="486"/>
                    <a:pt x="484" y="480"/>
                  </a:cubicBezTo>
                  <a:cubicBezTo>
                    <a:pt x="529" y="462"/>
                    <a:pt x="563" y="442"/>
                    <a:pt x="594" y="416"/>
                  </a:cubicBezTo>
                  <a:cubicBezTo>
                    <a:pt x="630" y="386"/>
                    <a:pt x="652" y="354"/>
                    <a:pt x="665" y="313"/>
                  </a:cubicBezTo>
                  <a:cubicBezTo>
                    <a:pt x="673" y="291"/>
                    <a:pt x="676" y="267"/>
                    <a:pt x="676" y="244"/>
                  </a:cubicBezTo>
                  <a:cubicBezTo>
                    <a:pt x="676" y="189"/>
                    <a:pt x="656" y="139"/>
                    <a:pt x="615" y="97"/>
                  </a:cubicBezTo>
                  <a:cubicBezTo>
                    <a:pt x="579" y="58"/>
                    <a:pt x="527" y="30"/>
                    <a:pt x="470" y="16"/>
                  </a:cubicBezTo>
                  <a:cubicBezTo>
                    <a:pt x="429" y="7"/>
                    <a:pt x="388" y="2"/>
                    <a:pt x="316" y="1"/>
                  </a:cubicBezTo>
                  <a:cubicBezTo>
                    <a:pt x="289" y="0"/>
                    <a:pt x="262" y="0"/>
                    <a:pt x="233" y="0"/>
                  </a:cubicBezTo>
                  <a:lnTo>
                    <a:pt x="2" y="0"/>
                  </a:lnTo>
                  <a:cubicBezTo>
                    <a:pt x="17" y="14"/>
                    <a:pt x="23" y="20"/>
                    <a:pt x="32" y="33"/>
                  </a:cubicBezTo>
                  <a:cubicBezTo>
                    <a:pt x="38" y="44"/>
                    <a:pt x="44" y="55"/>
                    <a:pt x="47" y="66"/>
                  </a:cubicBezTo>
                  <a:cubicBezTo>
                    <a:pt x="53" y="86"/>
                    <a:pt x="56" y="114"/>
                    <a:pt x="56" y="162"/>
                  </a:cubicBezTo>
                  <a:lnTo>
                    <a:pt x="56" y="750"/>
                  </a:lnTo>
                  <a:cubicBezTo>
                    <a:pt x="56" y="793"/>
                    <a:pt x="53" y="817"/>
                    <a:pt x="46" y="837"/>
                  </a:cubicBezTo>
                  <a:cubicBezTo>
                    <a:pt x="42" y="847"/>
                    <a:pt x="37" y="857"/>
                    <a:pt x="31" y="865"/>
                  </a:cubicBezTo>
                  <a:cubicBezTo>
                    <a:pt x="22" y="876"/>
                    <a:pt x="17" y="882"/>
                    <a:pt x="0" y="897"/>
                  </a:cubicBezTo>
                  <a:lnTo>
                    <a:pt x="285" y="897"/>
                  </a:lnTo>
                  <a:cubicBezTo>
                    <a:pt x="273" y="883"/>
                    <a:pt x="269" y="878"/>
                    <a:pt x="261" y="867"/>
                  </a:cubicBezTo>
                  <a:cubicBezTo>
                    <a:pt x="254" y="859"/>
                    <a:pt x="249" y="850"/>
                    <a:pt x="245" y="840"/>
                  </a:cubicBezTo>
                  <a:cubicBezTo>
                    <a:pt x="238" y="820"/>
                    <a:pt x="234" y="799"/>
                    <a:pt x="234" y="757"/>
                  </a:cubicBezTo>
                  <a:cubicBezTo>
                    <a:pt x="234" y="744"/>
                    <a:pt x="233" y="729"/>
                    <a:pt x="233" y="712"/>
                  </a:cubicBezTo>
                  <a:lnTo>
                    <a:pt x="233" y="510"/>
                  </a:lnTo>
                  <a:lnTo>
                    <a:pt x="400" y="710"/>
                  </a:lnTo>
                  <a:cubicBezTo>
                    <a:pt x="407" y="719"/>
                    <a:pt x="420" y="734"/>
                    <a:pt x="437" y="753"/>
                  </a:cubicBezTo>
                  <a:cubicBezTo>
                    <a:pt x="456" y="775"/>
                    <a:pt x="471" y="791"/>
                    <a:pt x="481" y="801"/>
                  </a:cubicBezTo>
                  <a:cubicBezTo>
                    <a:pt x="513" y="835"/>
                    <a:pt x="543" y="859"/>
                    <a:pt x="573" y="875"/>
                  </a:cubicBezTo>
                  <a:cubicBezTo>
                    <a:pt x="599" y="889"/>
                    <a:pt x="624" y="895"/>
                    <a:pt x="662" y="896"/>
                  </a:cubicBezTo>
                  <a:cubicBezTo>
                    <a:pt x="677" y="897"/>
                    <a:pt x="693" y="897"/>
                    <a:pt x="709" y="897"/>
                  </a:cubicBezTo>
                  <a:lnTo>
                    <a:pt x="822" y="897"/>
                  </a:lnTo>
                  <a:cubicBezTo>
                    <a:pt x="807" y="885"/>
                    <a:pt x="800" y="880"/>
                    <a:pt x="789" y="870"/>
                  </a:cubicBezTo>
                  <a:cubicBezTo>
                    <a:pt x="777" y="859"/>
                    <a:pt x="764" y="848"/>
                    <a:pt x="750" y="83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7F1B4E05-1C49-4628-8296-6E4C82BBB07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9" y="195"/>
              <a:ext cx="68" cy="84"/>
            </a:xfrm>
            <a:custGeom>
              <a:avLst/>
              <a:gdLst>
                <a:gd name="T0" fmla="*/ 668 w 765"/>
                <a:gd name="T1" fmla="*/ 790 h 944"/>
                <a:gd name="T2" fmla="*/ 668 w 765"/>
                <a:gd name="T3" fmla="*/ 790 h 944"/>
                <a:gd name="T4" fmla="*/ 512 w 765"/>
                <a:gd name="T5" fmla="*/ 823 h 944"/>
                <a:gd name="T6" fmla="*/ 281 w 765"/>
                <a:gd name="T7" fmla="*/ 727 h 944"/>
                <a:gd name="T8" fmla="*/ 191 w 765"/>
                <a:gd name="T9" fmla="*/ 478 h 944"/>
                <a:gd name="T10" fmla="*/ 272 w 765"/>
                <a:gd name="T11" fmla="*/ 236 h 944"/>
                <a:gd name="T12" fmla="*/ 354 w 765"/>
                <a:gd name="T13" fmla="*/ 170 h 944"/>
                <a:gd name="T14" fmla="*/ 527 w 765"/>
                <a:gd name="T15" fmla="*/ 126 h 944"/>
                <a:gd name="T16" fmla="*/ 688 w 765"/>
                <a:gd name="T17" fmla="*/ 159 h 944"/>
                <a:gd name="T18" fmla="*/ 762 w 765"/>
                <a:gd name="T19" fmla="*/ 199 h 944"/>
                <a:gd name="T20" fmla="*/ 762 w 765"/>
                <a:gd name="T21" fmla="*/ 31 h 944"/>
                <a:gd name="T22" fmla="*/ 708 w 765"/>
                <a:gd name="T23" fmla="*/ 16 h 944"/>
                <a:gd name="T24" fmla="*/ 550 w 765"/>
                <a:gd name="T25" fmla="*/ 0 h 944"/>
                <a:gd name="T26" fmla="*/ 294 w 765"/>
                <a:gd name="T27" fmla="*/ 48 h 944"/>
                <a:gd name="T28" fmla="*/ 171 w 765"/>
                <a:gd name="T29" fmla="*/ 121 h 944"/>
                <a:gd name="T30" fmla="*/ 0 w 765"/>
                <a:gd name="T31" fmla="*/ 488 h 944"/>
                <a:gd name="T32" fmla="*/ 164 w 765"/>
                <a:gd name="T33" fmla="*/ 840 h 944"/>
                <a:gd name="T34" fmla="*/ 499 w 765"/>
                <a:gd name="T35" fmla="*/ 944 h 944"/>
                <a:gd name="T36" fmla="*/ 751 w 765"/>
                <a:gd name="T37" fmla="*/ 904 h 944"/>
                <a:gd name="T38" fmla="*/ 765 w 765"/>
                <a:gd name="T39" fmla="*/ 899 h 944"/>
                <a:gd name="T40" fmla="*/ 765 w 765"/>
                <a:gd name="T41" fmla="*/ 736 h 944"/>
                <a:gd name="T42" fmla="*/ 724 w 765"/>
                <a:gd name="T43" fmla="*/ 763 h 944"/>
                <a:gd name="T44" fmla="*/ 668 w 765"/>
                <a:gd name="T45" fmla="*/ 790 h 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65" h="944">
                  <a:moveTo>
                    <a:pt x="668" y="790"/>
                  </a:moveTo>
                  <a:lnTo>
                    <a:pt x="668" y="790"/>
                  </a:lnTo>
                  <a:cubicBezTo>
                    <a:pt x="614" y="813"/>
                    <a:pt x="565" y="823"/>
                    <a:pt x="512" y="823"/>
                  </a:cubicBezTo>
                  <a:cubicBezTo>
                    <a:pt x="419" y="823"/>
                    <a:pt x="340" y="790"/>
                    <a:pt x="281" y="727"/>
                  </a:cubicBezTo>
                  <a:cubicBezTo>
                    <a:pt x="222" y="664"/>
                    <a:pt x="191" y="577"/>
                    <a:pt x="191" y="478"/>
                  </a:cubicBezTo>
                  <a:cubicBezTo>
                    <a:pt x="191" y="384"/>
                    <a:pt x="220" y="297"/>
                    <a:pt x="272" y="236"/>
                  </a:cubicBezTo>
                  <a:cubicBezTo>
                    <a:pt x="295" y="210"/>
                    <a:pt x="322" y="187"/>
                    <a:pt x="354" y="170"/>
                  </a:cubicBezTo>
                  <a:cubicBezTo>
                    <a:pt x="404" y="141"/>
                    <a:pt x="463" y="126"/>
                    <a:pt x="527" y="126"/>
                  </a:cubicBezTo>
                  <a:cubicBezTo>
                    <a:pt x="582" y="126"/>
                    <a:pt x="635" y="137"/>
                    <a:pt x="688" y="159"/>
                  </a:cubicBezTo>
                  <a:cubicBezTo>
                    <a:pt x="722" y="172"/>
                    <a:pt x="734" y="179"/>
                    <a:pt x="762" y="199"/>
                  </a:cubicBezTo>
                  <a:lnTo>
                    <a:pt x="762" y="31"/>
                  </a:lnTo>
                  <a:cubicBezTo>
                    <a:pt x="740" y="24"/>
                    <a:pt x="731" y="21"/>
                    <a:pt x="708" y="16"/>
                  </a:cubicBezTo>
                  <a:cubicBezTo>
                    <a:pt x="656" y="5"/>
                    <a:pt x="606" y="0"/>
                    <a:pt x="550" y="0"/>
                  </a:cubicBezTo>
                  <a:cubicBezTo>
                    <a:pt x="453" y="0"/>
                    <a:pt x="370" y="16"/>
                    <a:pt x="294" y="48"/>
                  </a:cubicBezTo>
                  <a:cubicBezTo>
                    <a:pt x="249" y="67"/>
                    <a:pt x="207" y="91"/>
                    <a:pt x="171" y="121"/>
                  </a:cubicBezTo>
                  <a:cubicBezTo>
                    <a:pt x="60" y="210"/>
                    <a:pt x="0" y="339"/>
                    <a:pt x="0" y="488"/>
                  </a:cubicBezTo>
                  <a:cubicBezTo>
                    <a:pt x="0" y="632"/>
                    <a:pt x="58" y="756"/>
                    <a:pt x="164" y="840"/>
                  </a:cubicBezTo>
                  <a:cubicBezTo>
                    <a:pt x="251" y="909"/>
                    <a:pt x="364" y="944"/>
                    <a:pt x="499" y="944"/>
                  </a:cubicBezTo>
                  <a:cubicBezTo>
                    <a:pt x="583" y="944"/>
                    <a:pt x="662" y="931"/>
                    <a:pt x="751" y="904"/>
                  </a:cubicBezTo>
                  <a:cubicBezTo>
                    <a:pt x="754" y="903"/>
                    <a:pt x="759" y="901"/>
                    <a:pt x="765" y="899"/>
                  </a:cubicBezTo>
                  <a:lnTo>
                    <a:pt x="765" y="736"/>
                  </a:lnTo>
                  <a:cubicBezTo>
                    <a:pt x="744" y="750"/>
                    <a:pt x="736" y="755"/>
                    <a:pt x="724" y="763"/>
                  </a:cubicBezTo>
                  <a:cubicBezTo>
                    <a:pt x="706" y="773"/>
                    <a:pt x="688" y="782"/>
                    <a:pt x="668" y="79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1E04FE10-677A-40F8-8E43-1902F64A8B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1" y="197"/>
              <a:ext cx="78" cy="83"/>
            </a:xfrm>
            <a:custGeom>
              <a:avLst/>
              <a:gdLst>
                <a:gd name="T0" fmla="*/ 631 w 885"/>
                <a:gd name="T1" fmla="*/ 34 h 927"/>
                <a:gd name="T2" fmla="*/ 631 w 885"/>
                <a:gd name="T3" fmla="*/ 34 h 927"/>
                <a:gd name="T4" fmla="*/ 644 w 885"/>
                <a:gd name="T5" fmla="*/ 65 h 927"/>
                <a:gd name="T6" fmla="*/ 652 w 885"/>
                <a:gd name="T7" fmla="*/ 159 h 927"/>
                <a:gd name="T8" fmla="*/ 652 w 885"/>
                <a:gd name="T9" fmla="*/ 500 h 927"/>
                <a:gd name="T10" fmla="*/ 645 w 885"/>
                <a:gd name="T11" fmla="*/ 652 h 927"/>
                <a:gd name="T12" fmla="*/ 621 w 885"/>
                <a:gd name="T13" fmla="*/ 718 h 927"/>
                <a:gd name="T14" fmla="*/ 511 w 885"/>
                <a:gd name="T15" fmla="*/ 795 h 927"/>
                <a:gd name="T16" fmla="*/ 448 w 885"/>
                <a:gd name="T17" fmla="*/ 802 h 927"/>
                <a:gd name="T18" fmla="*/ 272 w 885"/>
                <a:gd name="T19" fmla="*/ 726 h 927"/>
                <a:gd name="T20" fmla="*/ 240 w 885"/>
                <a:gd name="T21" fmla="*/ 562 h 927"/>
                <a:gd name="T22" fmla="*/ 239 w 885"/>
                <a:gd name="T23" fmla="*/ 488 h 927"/>
                <a:gd name="T24" fmla="*/ 239 w 885"/>
                <a:gd name="T25" fmla="*/ 218 h 927"/>
                <a:gd name="T26" fmla="*/ 241 w 885"/>
                <a:gd name="T27" fmla="*/ 114 h 927"/>
                <a:gd name="T28" fmla="*/ 248 w 885"/>
                <a:gd name="T29" fmla="*/ 73 h 927"/>
                <a:gd name="T30" fmla="*/ 284 w 885"/>
                <a:gd name="T31" fmla="*/ 8 h 927"/>
                <a:gd name="T32" fmla="*/ 291 w 885"/>
                <a:gd name="T33" fmla="*/ 0 h 927"/>
                <a:gd name="T34" fmla="*/ 0 w 885"/>
                <a:gd name="T35" fmla="*/ 0 h 927"/>
                <a:gd name="T36" fmla="*/ 32 w 885"/>
                <a:gd name="T37" fmla="*/ 36 h 927"/>
                <a:gd name="T38" fmla="*/ 45 w 885"/>
                <a:gd name="T39" fmla="*/ 67 h 927"/>
                <a:gd name="T40" fmla="*/ 51 w 885"/>
                <a:gd name="T41" fmla="*/ 109 h 927"/>
                <a:gd name="T42" fmla="*/ 51 w 885"/>
                <a:gd name="T43" fmla="*/ 164 h 927"/>
                <a:gd name="T44" fmla="*/ 52 w 885"/>
                <a:gd name="T45" fmla="*/ 216 h 927"/>
                <a:gd name="T46" fmla="*/ 52 w 885"/>
                <a:gd name="T47" fmla="*/ 473 h 927"/>
                <a:gd name="T48" fmla="*/ 55 w 885"/>
                <a:gd name="T49" fmla="*/ 631 h 927"/>
                <a:gd name="T50" fmla="*/ 118 w 885"/>
                <a:gd name="T51" fmla="*/ 796 h 927"/>
                <a:gd name="T52" fmla="*/ 435 w 885"/>
                <a:gd name="T53" fmla="*/ 927 h 927"/>
                <a:gd name="T54" fmla="*/ 615 w 885"/>
                <a:gd name="T55" fmla="*/ 898 h 927"/>
                <a:gd name="T56" fmla="*/ 748 w 885"/>
                <a:gd name="T57" fmla="*/ 809 h 927"/>
                <a:gd name="T58" fmla="*/ 821 w 885"/>
                <a:gd name="T59" fmla="*/ 635 h 927"/>
                <a:gd name="T60" fmla="*/ 827 w 885"/>
                <a:gd name="T61" fmla="*/ 475 h 927"/>
                <a:gd name="T62" fmla="*/ 827 w 885"/>
                <a:gd name="T63" fmla="*/ 217 h 927"/>
                <a:gd name="T64" fmla="*/ 826 w 885"/>
                <a:gd name="T65" fmla="*/ 165 h 927"/>
                <a:gd name="T66" fmla="*/ 826 w 885"/>
                <a:gd name="T67" fmla="*/ 155 h 927"/>
                <a:gd name="T68" fmla="*/ 834 w 885"/>
                <a:gd name="T69" fmla="*/ 73 h 927"/>
                <a:gd name="T70" fmla="*/ 849 w 885"/>
                <a:gd name="T71" fmla="*/ 37 h 927"/>
                <a:gd name="T72" fmla="*/ 885 w 885"/>
                <a:gd name="T73" fmla="*/ 0 h 927"/>
                <a:gd name="T74" fmla="*/ 599 w 885"/>
                <a:gd name="T75" fmla="*/ 0 h 927"/>
                <a:gd name="T76" fmla="*/ 631 w 885"/>
                <a:gd name="T77" fmla="*/ 34 h 9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85" h="927">
                  <a:moveTo>
                    <a:pt x="631" y="34"/>
                  </a:moveTo>
                  <a:lnTo>
                    <a:pt x="631" y="34"/>
                  </a:lnTo>
                  <a:cubicBezTo>
                    <a:pt x="637" y="44"/>
                    <a:pt x="641" y="54"/>
                    <a:pt x="644" y="65"/>
                  </a:cubicBezTo>
                  <a:cubicBezTo>
                    <a:pt x="650" y="87"/>
                    <a:pt x="652" y="108"/>
                    <a:pt x="652" y="159"/>
                  </a:cubicBezTo>
                  <a:lnTo>
                    <a:pt x="652" y="500"/>
                  </a:lnTo>
                  <a:cubicBezTo>
                    <a:pt x="652" y="573"/>
                    <a:pt x="650" y="617"/>
                    <a:pt x="645" y="652"/>
                  </a:cubicBezTo>
                  <a:cubicBezTo>
                    <a:pt x="641" y="676"/>
                    <a:pt x="633" y="698"/>
                    <a:pt x="621" y="718"/>
                  </a:cubicBezTo>
                  <a:cubicBezTo>
                    <a:pt x="600" y="755"/>
                    <a:pt x="559" y="783"/>
                    <a:pt x="511" y="795"/>
                  </a:cubicBezTo>
                  <a:cubicBezTo>
                    <a:pt x="492" y="800"/>
                    <a:pt x="470" y="802"/>
                    <a:pt x="448" y="802"/>
                  </a:cubicBezTo>
                  <a:cubicBezTo>
                    <a:pt x="371" y="802"/>
                    <a:pt x="304" y="773"/>
                    <a:pt x="272" y="726"/>
                  </a:cubicBezTo>
                  <a:cubicBezTo>
                    <a:pt x="248" y="690"/>
                    <a:pt x="241" y="655"/>
                    <a:pt x="240" y="562"/>
                  </a:cubicBezTo>
                  <a:lnTo>
                    <a:pt x="239" y="488"/>
                  </a:lnTo>
                  <a:lnTo>
                    <a:pt x="239" y="218"/>
                  </a:lnTo>
                  <a:cubicBezTo>
                    <a:pt x="239" y="166"/>
                    <a:pt x="239" y="141"/>
                    <a:pt x="241" y="114"/>
                  </a:cubicBezTo>
                  <a:cubicBezTo>
                    <a:pt x="242" y="98"/>
                    <a:pt x="244" y="84"/>
                    <a:pt x="248" y="73"/>
                  </a:cubicBezTo>
                  <a:cubicBezTo>
                    <a:pt x="254" y="52"/>
                    <a:pt x="269" y="25"/>
                    <a:pt x="284" y="8"/>
                  </a:cubicBezTo>
                  <a:cubicBezTo>
                    <a:pt x="286" y="6"/>
                    <a:pt x="288" y="3"/>
                    <a:pt x="291" y="0"/>
                  </a:cubicBezTo>
                  <a:lnTo>
                    <a:pt x="0" y="0"/>
                  </a:lnTo>
                  <a:cubicBezTo>
                    <a:pt x="18" y="15"/>
                    <a:pt x="23" y="21"/>
                    <a:pt x="32" y="36"/>
                  </a:cubicBezTo>
                  <a:cubicBezTo>
                    <a:pt x="38" y="46"/>
                    <a:pt x="42" y="56"/>
                    <a:pt x="45" y="67"/>
                  </a:cubicBezTo>
                  <a:cubicBezTo>
                    <a:pt x="48" y="81"/>
                    <a:pt x="51" y="95"/>
                    <a:pt x="51" y="109"/>
                  </a:cubicBezTo>
                  <a:cubicBezTo>
                    <a:pt x="51" y="117"/>
                    <a:pt x="51" y="136"/>
                    <a:pt x="51" y="164"/>
                  </a:cubicBezTo>
                  <a:lnTo>
                    <a:pt x="52" y="216"/>
                  </a:lnTo>
                  <a:lnTo>
                    <a:pt x="52" y="473"/>
                  </a:lnTo>
                  <a:cubicBezTo>
                    <a:pt x="52" y="569"/>
                    <a:pt x="52" y="593"/>
                    <a:pt x="55" y="631"/>
                  </a:cubicBezTo>
                  <a:cubicBezTo>
                    <a:pt x="61" y="697"/>
                    <a:pt x="80" y="749"/>
                    <a:pt x="118" y="796"/>
                  </a:cubicBezTo>
                  <a:cubicBezTo>
                    <a:pt x="186" y="882"/>
                    <a:pt x="295" y="927"/>
                    <a:pt x="435" y="927"/>
                  </a:cubicBezTo>
                  <a:cubicBezTo>
                    <a:pt x="501" y="927"/>
                    <a:pt x="566" y="916"/>
                    <a:pt x="615" y="898"/>
                  </a:cubicBezTo>
                  <a:cubicBezTo>
                    <a:pt x="667" y="879"/>
                    <a:pt x="714" y="847"/>
                    <a:pt x="748" y="809"/>
                  </a:cubicBezTo>
                  <a:cubicBezTo>
                    <a:pt x="790" y="763"/>
                    <a:pt x="814" y="705"/>
                    <a:pt x="821" y="635"/>
                  </a:cubicBezTo>
                  <a:cubicBezTo>
                    <a:pt x="825" y="594"/>
                    <a:pt x="827" y="545"/>
                    <a:pt x="827" y="475"/>
                  </a:cubicBezTo>
                  <a:lnTo>
                    <a:pt x="827" y="217"/>
                  </a:lnTo>
                  <a:lnTo>
                    <a:pt x="826" y="165"/>
                  </a:lnTo>
                  <a:lnTo>
                    <a:pt x="826" y="155"/>
                  </a:lnTo>
                  <a:cubicBezTo>
                    <a:pt x="826" y="117"/>
                    <a:pt x="828" y="94"/>
                    <a:pt x="834" y="73"/>
                  </a:cubicBezTo>
                  <a:cubicBezTo>
                    <a:pt x="837" y="61"/>
                    <a:pt x="842" y="48"/>
                    <a:pt x="849" y="37"/>
                  </a:cubicBezTo>
                  <a:cubicBezTo>
                    <a:pt x="859" y="22"/>
                    <a:pt x="866" y="15"/>
                    <a:pt x="885" y="0"/>
                  </a:cubicBezTo>
                  <a:lnTo>
                    <a:pt x="599" y="0"/>
                  </a:lnTo>
                  <a:cubicBezTo>
                    <a:pt x="616" y="13"/>
                    <a:pt x="622" y="20"/>
                    <a:pt x="631" y="3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41247AD3-2593-4B15-AE2E-32BD9D2413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1" y="197"/>
              <a:ext cx="77" cy="80"/>
            </a:xfrm>
            <a:custGeom>
              <a:avLst/>
              <a:gdLst>
                <a:gd name="T0" fmla="*/ 654 w 865"/>
                <a:gd name="T1" fmla="*/ 771 h 897"/>
                <a:gd name="T2" fmla="*/ 654 w 865"/>
                <a:gd name="T3" fmla="*/ 771 h 897"/>
                <a:gd name="T4" fmla="*/ 513 w 865"/>
                <a:gd name="T5" fmla="*/ 783 h 897"/>
                <a:gd name="T6" fmla="*/ 442 w 865"/>
                <a:gd name="T7" fmla="*/ 784 h 897"/>
                <a:gd name="T8" fmla="*/ 304 w 865"/>
                <a:gd name="T9" fmla="*/ 784 h 897"/>
                <a:gd name="T10" fmla="*/ 848 w 865"/>
                <a:gd name="T11" fmla="*/ 0 h 897"/>
                <a:gd name="T12" fmla="*/ 143 w 865"/>
                <a:gd name="T13" fmla="*/ 0 h 897"/>
                <a:gd name="T14" fmla="*/ 56 w 865"/>
                <a:gd name="T15" fmla="*/ 191 h 897"/>
                <a:gd name="T16" fmla="*/ 121 w 865"/>
                <a:gd name="T17" fmla="*/ 160 h 897"/>
                <a:gd name="T18" fmla="*/ 248 w 865"/>
                <a:gd name="T19" fmla="*/ 124 h 897"/>
                <a:gd name="T20" fmla="*/ 375 w 865"/>
                <a:gd name="T21" fmla="*/ 113 h 897"/>
                <a:gd name="T22" fmla="*/ 444 w 865"/>
                <a:gd name="T23" fmla="*/ 112 h 897"/>
                <a:gd name="T24" fmla="*/ 549 w 865"/>
                <a:gd name="T25" fmla="*/ 112 h 897"/>
                <a:gd name="T26" fmla="*/ 0 w 865"/>
                <a:gd name="T27" fmla="*/ 897 h 897"/>
                <a:gd name="T28" fmla="*/ 776 w 865"/>
                <a:gd name="T29" fmla="*/ 897 h 897"/>
                <a:gd name="T30" fmla="*/ 865 w 865"/>
                <a:gd name="T31" fmla="*/ 692 h 897"/>
                <a:gd name="T32" fmla="*/ 800 w 865"/>
                <a:gd name="T33" fmla="*/ 727 h 897"/>
                <a:gd name="T34" fmla="*/ 654 w 865"/>
                <a:gd name="T35" fmla="*/ 771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65" h="897">
                  <a:moveTo>
                    <a:pt x="654" y="771"/>
                  </a:moveTo>
                  <a:lnTo>
                    <a:pt x="654" y="771"/>
                  </a:lnTo>
                  <a:cubicBezTo>
                    <a:pt x="614" y="778"/>
                    <a:pt x="569" y="782"/>
                    <a:pt x="513" y="783"/>
                  </a:cubicBezTo>
                  <a:cubicBezTo>
                    <a:pt x="495" y="784"/>
                    <a:pt x="471" y="784"/>
                    <a:pt x="442" y="784"/>
                  </a:cubicBezTo>
                  <a:lnTo>
                    <a:pt x="304" y="784"/>
                  </a:lnTo>
                  <a:lnTo>
                    <a:pt x="848" y="0"/>
                  </a:lnTo>
                  <a:lnTo>
                    <a:pt x="143" y="0"/>
                  </a:lnTo>
                  <a:lnTo>
                    <a:pt x="56" y="191"/>
                  </a:lnTo>
                  <a:cubicBezTo>
                    <a:pt x="85" y="176"/>
                    <a:pt x="96" y="170"/>
                    <a:pt x="121" y="160"/>
                  </a:cubicBezTo>
                  <a:cubicBezTo>
                    <a:pt x="162" y="144"/>
                    <a:pt x="206" y="132"/>
                    <a:pt x="248" y="124"/>
                  </a:cubicBezTo>
                  <a:cubicBezTo>
                    <a:pt x="285" y="118"/>
                    <a:pt x="319" y="115"/>
                    <a:pt x="375" y="113"/>
                  </a:cubicBezTo>
                  <a:cubicBezTo>
                    <a:pt x="400" y="112"/>
                    <a:pt x="423" y="112"/>
                    <a:pt x="444" y="112"/>
                  </a:cubicBezTo>
                  <a:lnTo>
                    <a:pt x="549" y="112"/>
                  </a:lnTo>
                  <a:lnTo>
                    <a:pt x="0" y="897"/>
                  </a:lnTo>
                  <a:lnTo>
                    <a:pt x="776" y="897"/>
                  </a:lnTo>
                  <a:lnTo>
                    <a:pt x="865" y="692"/>
                  </a:lnTo>
                  <a:cubicBezTo>
                    <a:pt x="834" y="710"/>
                    <a:pt x="823" y="716"/>
                    <a:pt x="800" y="727"/>
                  </a:cubicBezTo>
                  <a:cubicBezTo>
                    <a:pt x="754" y="747"/>
                    <a:pt x="705" y="762"/>
                    <a:pt x="654" y="77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0" name="Freeform 12">
              <a:extLst>
                <a:ext uri="{FF2B5EF4-FFF2-40B4-BE49-F238E27FC236}">
                  <a16:creationId xmlns:a16="http://schemas.microsoft.com/office/drawing/2014/main" id="{572ADC10-CD08-4D6A-B222-9D3819CDFD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0" y="167"/>
              <a:ext cx="18" cy="18"/>
            </a:xfrm>
            <a:custGeom>
              <a:avLst/>
              <a:gdLst>
                <a:gd name="T0" fmla="*/ 102 w 203"/>
                <a:gd name="T1" fmla="*/ 189 h 203"/>
                <a:gd name="T2" fmla="*/ 102 w 203"/>
                <a:gd name="T3" fmla="*/ 189 h 203"/>
                <a:gd name="T4" fmla="*/ 17 w 203"/>
                <a:gd name="T5" fmla="*/ 102 h 203"/>
                <a:gd name="T6" fmla="*/ 102 w 203"/>
                <a:gd name="T7" fmla="*/ 15 h 203"/>
                <a:gd name="T8" fmla="*/ 187 w 203"/>
                <a:gd name="T9" fmla="*/ 102 h 203"/>
                <a:gd name="T10" fmla="*/ 102 w 203"/>
                <a:gd name="T11" fmla="*/ 189 h 203"/>
                <a:gd name="T12" fmla="*/ 102 w 203"/>
                <a:gd name="T13" fmla="*/ 189 h 203"/>
                <a:gd name="T14" fmla="*/ 102 w 203"/>
                <a:gd name="T15" fmla="*/ 0 h 203"/>
                <a:gd name="T16" fmla="*/ 102 w 203"/>
                <a:gd name="T17" fmla="*/ 0 h 203"/>
                <a:gd name="T18" fmla="*/ 0 w 203"/>
                <a:gd name="T19" fmla="*/ 102 h 203"/>
                <a:gd name="T20" fmla="*/ 102 w 203"/>
                <a:gd name="T21" fmla="*/ 203 h 203"/>
                <a:gd name="T22" fmla="*/ 203 w 203"/>
                <a:gd name="T23" fmla="*/ 102 h 203"/>
                <a:gd name="T24" fmla="*/ 102 w 203"/>
                <a:gd name="T25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3" h="203">
                  <a:moveTo>
                    <a:pt x="102" y="189"/>
                  </a:moveTo>
                  <a:lnTo>
                    <a:pt x="102" y="189"/>
                  </a:lnTo>
                  <a:cubicBezTo>
                    <a:pt x="54" y="189"/>
                    <a:pt x="17" y="154"/>
                    <a:pt x="17" y="102"/>
                  </a:cubicBezTo>
                  <a:cubicBezTo>
                    <a:pt x="17" y="50"/>
                    <a:pt x="54" y="15"/>
                    <a:pt x="102" y="15"/>
                  </a:cubicBezTo>
                  <a:cubicBezTo>
                    <a:pt x="150" y="15"/>
                    <a:pt x="187" y="50"/>
                    <a:pt x="187" y="102"/>
                  </a:cubicBezTo>
                  <a:cubicBezTo>
                    <a:pt x="187" y="154"/>
                    <a:pt x="150" y="189"/>
                    <a:pt x="102" y="189"/>
                  </a:cubicBezTo>
                  <a:lnTo>
                    <a:pt x="102" y="189"/>
                  </a:lnTo>
                  <a:close/>
                  <a:moveTo>
                    <a:pt x="102" y="0"/>
                  </a:moveTo>
                  <a:lnTo>
                    <a:pt x="102" y="0"/>
                  </a:lnTo>
                  <a:cubicBezTo>
                    <a:pt x="46" y="0"/>
                    <a:pt x="0" y="42"/>
                    <a:pt x="0" y="102"/>
                  </a:cubicBezTo>
                  <a:cubicBezTo>
                    <a:pt x="0" y="162"/>
                    <a:pt x="46" y="203"/>
                    <a:pt x="102" y="203"/>
                  </a:cubicBezTo>
                  <a:cubicBezTo>
                    <a:pt x="158" y="203"/>
                    <a:pt x="203" y="162"/>
                    <a:pt x="203" y="102"/>
                  </a:cubicBezTo>
                  <a:cubicBezTo>
                    <a:pt x="203" y="42"/>
                    <a:pt x="158" y="0"/>
                    <a:pt x="10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1" name="Freeform 13">
              <a:extLst>
                <a:ext uri="{FF2B5EF4-FFF2-40B4-BE49-F238E27FC236}">
                  <a16:creationId xmlns:a16="http://schemas.microsoft.com/office/drawing/2014/main" id="{398F446D-EC4D-4BFB-87DA-8DE6584F8CF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6" y="171"/>
              <a:ext cx="7" cy="9"/>
            </a:xfrm>
            <a:custGeom>
              <a:avLst/>
              <a:gdLst>
                <a:gd name="T0" fmla="*/ 40 w 87"/>
                <a:gd name="T1" fmla="*/ 50 h 107"/>
                <a:gd name="T2" fmla="*/ 40 w 87"/>
                <a:gd name="T3" fmla="*/ 50 h 107"/>
                <a:gd name="T4" fmla="*/ 15 w 87"/>
                <a:gd name="T5" fmla="*/ 50 h 107"/>
                <a:gd name="T6" fmla="*/ 15 w 87"/>
                <a:gd name="T7" fmla="*/ 16 h 107"/>
                <a:gd name="T8" fmla="*/ 38 w 87"/>
                <a:gd name="T9" fmla="*/ 16 h 107"/>
                <a:gd name="T10" fmla="*/ 66 w 87"/>
                <a:gd name="T11" fmla="*/ 33 h 107"/>
                <a:gd name="T12" fmla="*/ 40 w 87"/>
                <a:gd name="T13" fmla="*/ 50 h 107"/>
                <a:gd name="T14" fmla="*/ 40 w 87"/>
                <a:gd name="T15" fmla="*/ 50 h 107"/>
                <a:gd name="T16" fmla="*/ 83 w 87"/>
                <a:gd name="T17" fmla="*/ 33 h 107"/>
                <a:gd name="T18" fmla="*/ 83 w 87"/>
                <a:gd name="T19" fmla="*/ 33 h 107"/>
                <a:gd name="T20" fmla="*/ 32 w 87"/>
                <a:gd name="T21" fmla="*/ 0 h 107"/>
                <a:gd name="T22" fmla="*/ 0 w 87"/>
                <a:gd name="T23" fmla="*/ 0 h 107"/>
                <a:gd name="T24" fmla="*/ 0 w 87"/>
                <a:gd name="T25" fmla="*/ 107 h 107"/>
                <a:gd name="T26" fmla="*/ 15 w 87"/>
                <a:gd name="T27" fmla="*/ 107 h 107"/>
                <a:gd name="T28" fmla="*/ 15 w 87"/>
                <a:gd name="T29" fmla="*/ 66 h 107"/>
                <a:gd name="T30" fmla="*/ 44 w 87"/>
                <a:gd name="T31" fmla="*/ 66 h 107"/>
                <a:gd name="T32" fmla="*/ 46 w 87"/>
                <a:gd name="T33" fmla="*/ 65 h 107"/>
                <a:gd name="T34" fmla="*/ 69 w 87"/>
                <a:gd name="T35" fmla="*/ 107 h 107"/>
                <a:gd name="T36" fmla="*/ 87 w 87"/>
                <a:gd name="T37" fmla="*/ 107 h 107"/>
                <a:gd name="T38" fmla="*/ 62 w 87"/>
                <a:gd name="T39" fmla="*/ 62 h 107"/>
                <a:gd name="T40" fmla="*/ 83 w 87"/>
                <a:gd name="T41" fmla="*/ 3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7" h="107">
                  <a:moveTo>
                    <a:pt x="40" y="50"/>
                  </a:moveTo>
                  <a:lnTo>
                    <a:pt x="40" y="50"/>
                  </a:lnTo>
                  <a:lnTo>
                    <a:pt x="15" y="50"/>
                  </a:lnTo>
                  <a:lnTo>
                    <a:pt x="15" y="16"/>
                  </a:lnTo>
                  <a:lnTo>
                    <a:pt x="38" y="16"/>
                  </a:lnTo>
                  <a:cubicBezTo>
                    <a:pt x="54" y="16"/>
                    <a:pt x="66" y="19"/>
                    <a:pt x="66" y="33"/>
                  </a:cubicBezTo>
                  <a:cubicBezTo>
                    <a:pt x="66" y="45"/>
                    <a:pt x="58" y="50"/>
                    <a:pt x="40" y="50"/>
                  </a:cubicBezTo>
                  <a:lnTo>
                    <a:pt x="40" y="50"/>
                  </a:lnTo>
                  <a:close/>
                  <a:moveTo>
                    <a:pt x="83" y="33"/>
                  </a:moveTo>
                  <a:lnTo>
                    <a:pt x="83" y="33"/>
                  </a:lnTo>
                  <a:cubicBezTo>
                    <a:pt x="83" y="5"/>
                    <a:pt x="64" y="0"/>
                    <a:pt x="32" y="0"/>
                  </a:cubicBezTo>
                  <a:lnTo>
                    <a:pt x="0" y="0"/>
                  </a:lnTo>
                  <a:lnTo>
                    <a:pt x="0" y="107"/>
                  </a:lnTo>
                  <a:lnTo>
                    <a:pt x="15" y="107"/>
                  </a:lnTo>
                  <a:lnTo>
                    <a:pt x="15" y="66"/>
                  </a:lnTo>
                  <a:lnTo>
                    <a:pt x="44" y="66"/>
                  </a:lnTo>
                  <a:cubicBezTo>
                    <a:pt x="45" y="66"/>
                    <a:pt x="46" y="66"/>
                    <a:pt x="46" y="65"/>
                  </a:cubicBezTo>
                  <a:lnTo>
                    <a:pt x="69" y="107"/>
                  </a:lnTo>
                  <a:lnTo>
                    <a:pt x="87" y="107"/>
                  </a:lnTo>
                  <a:lnTo>
                    <a:pt x="62" y="62"/>
                  </a:lnTo>
                  <a:cubicBezTo>
                    <a:pt x="76" y="56"/>
                    <a:pt x="83" y="45"/>
                    <a:pt x="83" y="3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</p:grp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3A975D44-BBDE-415E-AD10-4B5D27EC1F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4" name="Footer Placeholder 3">
            <a:extLst>
              <a:ext uri="{FF2B5EF4-FFF2-40B4-BE49-F238E27FC236}">
                <a16:creationId xmlns:a16="http://schemas.microsoft.com/office/drawing/2014/main" id="{D7853777-3467-41CD-B494-D2A35BD43D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543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box, Safe Spac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824" y="1206178"/>
            <a:ext cx="5573967" cy="5040145"/>
          </a:xfrm>
        </p:spPr>
        <p:txBody>
          <a:bodyPr lIns="72000" tIns="72000" rIns="72000" bIns="72000"/>
          <a:lstStyle>
            <a:lvl1pPr>
              <a:defRPr sz="1800">
                <a:latin typeface="+mn-lt"/>
                <a:cs typeface="Arial" panose="020B0604020202020204" pitchFamily="34" charset="0"/>
              </a:defRPr>
            </a:lvl1pPr>
            <a:lvl2pPr>
              <a:defRPr sz="1600">
                <a:latin typeface="+mn-lt"/>
                <a:cs typeface="Arial" panose="020B0604020202020204" pitchFamily="34" charset="0"/>
              </a:defRPr>
            </a:lvl2pPr>
            <a:lvl3pPr>
              <a:defRPr sz="1400">
                <a:latin typeface="+mn-lt"/>
                <a:cs typeface="Arial" panose="020B0604020202020204" pitchFamily="34" charset="0"/>
              </a:defRPr>
            </a:lvl3pPr>
            <a:lvl4pPr>
              <a:defRPr sz="1200">
                <a:latin typeface="+mn-lt"/>
                <a:cs typeface="Arial" panose="020B0604020202020204" pitchFamily="34" charset="0"/>
              </a:defRPr>
            </a:lvl4pPr>
            <a:lvl5pPr>
              <a:defRPr sz="12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C29EECA6-DA60-0545-94DA-DA2F8B812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659" y="260268"/>
            <a:ext cx="9586415" cy="332399"/>
          </a:xfrm>
        </p:spPr>
        <p:txBody>
          <a:bodyPr>
            <a:spAutoFit/>
          </a:bodyPr>
          <a:lstStyle>
            <a:lvl1pPr>
              <a:defRPr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78EE7002-C39A-5A48-B25E-20539A4FFD23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252658" y="610597"/>
            <a:ext cx="9586415" cy="33239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 i="0">
                <a:solidFill>
                  <a:srgbClr val="2167AE"/>
                </a:solidFill>
                <a:latin typeface="+mn-lt"/>
                <a:cs typeface="Arial" panose="020B0604020202020204" pitchFamily="34" charset="0"/>
              </a:defRPr>
            </a:lvl1pPr>
            <a:lvl2pPr marL="3428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399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noProof="0" dirty="0"/>
          </a:p>
        </p:txBody>
      </p:sp>
      <p:grpSp>
        <p:nvGrpSpPr>
          <p:cNvPr id="19" name="Group 4">
            <a:extLst>
              <a:ext uri="{FF2B5EF4-FFF2-40B4-BE49-F238E27FC236}">
                <a16:creationId xmlns:a16="http://schemas.microsoft.com/office/drawing/2014/main" id="{7F57E830-3329-4063-98C7-AA1FC1445B7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178596" y="158751"/>
            <a:ext cx="1773767" cy="683683"/>
            <a:chOff x="79" y="75"/>
            <a:chExt cx="838" cy="323"/>
          </a:xfrm>
          <a:solidFill>
            <a:schemeClr val="accent1"/>
          </a:solidFill>
        </p:grpSpPr>
        <p:sp>
          <p:nvSpPr>
            <p:cNvPr id="22" name="AutoShape 3">
              <a:extLst>
                <a:ext uri="{FF2B5EF4-FFF2-40B4-BE49-F238E27FC236}">
                  <a16:creationId xmlns:a16="http://schemas.microsoft.com/office/drawing/2014/main" id="{688840B2-0A92-4968-8A8C-8571322121EC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9" y="75"/>
              <a:ext cx="838" cy="3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41BDBAC3-497E-41B0-8987-40DE00FB5A7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9" y="155"/>
              <a:ext cx="163" cy="164"/>
            </a:xfrm>
            <a:custGeom>
              <a:avLst/>
              <a:gdLst>
                <a:gd name="T0" fmla="*/ 920 w 1841"/>
                <a:gd name="T1" fmla="*/ 0 h 1842"/>
                <a:gd name="T2" fmla="*/ 920 w 1841"/>
                <a:gd name="T3" fmla="*/ 0 h 1842"/>
                <a:gd name="T4" fmla="*/ 0 w 1841"/>
                <a:gd name="T5" fmla="*/ 921 h 1842"/>
                <a:gd name="T6" fmla="*/ 0 w 1841"/>
                <a:gd name="T7" fmla="*/ 921 h 1842"/>
                <a:gd name="T8" fmla="*/ 188 w 1841"/>
                <a:gd name="T9" fmla="*/ 1479 h 1842"/>
                <a:gd name="T10" fmla="*/ 954 w 1841"/>
                <a:gd name="T11" fmla="*/ 473 h 1842"/>
                <a:gd name="T12" fmla="*/ 871 w 1841"/>
                <a:gd name="T13" fmla="*/ 474 h 1842"/>
                <a:gd name="T14" fmla="*/ 790 w 1841"/>
                <a:gd name="T15" fmla="*/ 473 h 1842"/>
                <a:gd name="T16" fmla="*/ 561 w 1841"/>
                <a:gd name="T17" fmla="*/ 491 h 1842"/>
                <a:gd name="T18" fmla="*/ 467 w 1841"/>
                <a:gd name="T19" fmla="*/ 530 h 1842"/>
                <a:gd name="T20" fmla="*/ 374 w 1841"/>
                <a:gd name="T21" fmla="*/ 641 h 1842"/>
                <a:gd name="T22" fmla="*/ 361 w 1841"/>
                <a:gd name="T23" fmla="*/ 665 h 1842"/>
                <a:gd name="T24" fmla="*/ 316 w 1841"/>
                <a:gd name="T25" fmla="*/ 655 h 1842"/>
                <a:gd name="T26" fmla="*/ 392 w 1841"/>
                <a:gd name="T27" fmla="*/ 366 h 1842"/>
                <a:gd name="T28" fmla="*/ 1350 w 1841"/>
                <a:gd name="T29" fmla="*/ 366 h 1842"/>
                <a:gd name="T30" fmla="*/ 588 w 1841"/>
                <a:gd name="T31" fmla="*/ 1385 h 1842"/>
                <a:gd name="T32" fmla="*/ 698 w 1841"/>
                <a:gd name="T33" fmla="*/ 1379 h 1842"/>
                <a:gd name="T34" fmla="*/ 839 w 1841"/>
                <a:gd name="T35" fmla="*/ 1385 h 1842"/>
                <a:gd name="T36" fmla="*/ 974 w 1841"/>
                <a:gd name="T37" fmla="*/ 1393 h 1842"/>
                <a:gd name="T38" fmla="*/ 1095 w 1841"/>
                <a:gd name="T39" fmla="*/ 1397 h 1842"/>
                <a:gd name="T40" fmla="*/ 1255 w 1841"/>
                <a:gd name="T41" fmla="*/ 1378 h 1842"/>
                <a:gd name="T42" fmla="*/ 1354 w 1841"/>
                <a:gd name="T43" fmla="*/ 1331 h 1842"/>
                <a:gd name="T44" fmla="*/ 1491 w 1841"/>
                <a:gd name="T45" fmla="*/ 1175 h 1842"/>
                <a:gd name="T46" fmla="*/ 1504 w 1841"/>
                <a:gd name="T47" fmla="*/ 1147 h 1842"/>
                <a:gd name="T48" fmla="*/ 1545 w 1841"/>
                <a:gd name="T49" fmla="*/ 1158 h 1842"/>
                <a:gd name="T50" fmla="*/ 1505 w 1841"/>
                <a:gd name="T51" fmla="*/ 1273 h 1842"/>
                <a:gd name="T52" fmla="*/ 1354 w 1841"/>
                <a:gd name="T53" fmla="*/ 1472 h 1842"/>
                <a:gd name="T54" fmla="*/ 1131 w 1841"/>
                <a:gd name="T55" fmla="*/ 1546 h 1842"/>
                <a:gd name="T56" fmla="*/ 1118 w 1841"/>
                <a:gd name="T57" fmla="*/ 1546 h 1842"/>
                <a:gd name="T58" fmla="*/ 854 w 1841"/>
                <a:gd name="T59" fmla="*/ 1518 h 1842"/>
                <a:gd name="T60" fmla="*/ 544 w 1841"/>
                <a:gd name="T61" fmla="*/ 1486 h 1842"/>
                <a:gd name="T62" fmla="*/ 394 w 1841"/>
                <a:gd name="T63" fmla="*/ 1498 h 1842"/>
                <a:gd name="T64" fmla="*/ 242 w 1841"/>
                <a:gd name="T65" fmla="*/ 1543 h 1842"/>
                <a:gd name="T66" fmla="*/ 920 w 1841"/>
                <a:gd name="T67" fmla="*/ 1842 h 1842"/>
                <a:gd name="T68" fmla="*/ 1841 w 1841"/>
                <a:gd name="T69" fmla="*/ 921 h 1842"/>
                <a:gd name="T70" fmla="*/ 920 w 1841"/>
                <a:gd name="T71" fmla="*/ 0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41" h="1842">
                  <a:moveTo>
                    <a:pt x="920" y="0"/>
                  </a:moveTo>
                  <a:lnTo>
                    <a:pt x="920" y="0"/>
                  </a:lnTo>
                  <a:cubicBezTo>
                    <a:pt x="412" y="0"/>
                    <a:pt x="0" y="412"/>
                    <a:pt x="0" y="921"/>
                  </a:cubicBezTo>
                  <a:lnTo>
                    <a:pt x="0" y="921"/>
                  </a:lnTo>
                  <a:cubicBezTo>
                    <a:pt x="0" y="1131"/>
                    <a:pt x="70" y="1325"/>
                    <a:pt x="188" y="1479"/>
                  </a:cubicBezTo>
                  <a:lnTo>
                    <a:pt x="954" y="473"/>
                  </a:lnTo>
                  <a:lnTo>
                    <a:pt x="871" y="474"/>
                  </a:lnTo>
                  <a:lnTo>
                    <a:pt x="790" y="473"/>
                  </a:lnTo>
                  <a:cubicBezTo>
                    <a:pt x="702" y="473"/>
                    <a:pt x="620" y="480"/>
                    <a:pt x="561" y="491"/>
                  </a:cubicBezTo>
                  <a:cubicBezTo>
                    <a:pt x="525" y="498"/>
                    <a:pt x="493" y="511"/>
                    <a:pt x="467" y="530"/>
                  </a:cubicBezTo>
                  <a:cubicBezTo>
                    <a:pt x="437" y="551"/>
                    <a:pt x="399" y="596"/>
                    <a:pt x="374" y="641"/>
                  </a:cubicBezTo>
                  <a:cubicBezTo>
                    <a:pt x="371" y="646"/>
                    <a:pt x="367" y="654"/>
                    <a:pt x="361" y="665"/>
                  </a:cubicBezTo>
                  <a:lnTo>
                    <a:pt x="316" y="655"/>
                  </a:lnTo>
                  <a:lnTo>
                    <a:pt x="392" y="366"/>
                  </a:lnTo>
                  <a:lnTo>
                    <a:pt x="1350" y="366"/>
                  </a:lnTo>
                  <a:lnTo>
                    <a:pt x="588" y="1385"/>
                  </a:lnTo>
                  <a:cubicBezTo>
                    <a:pt x="638" y="1380"/>
                    <a:pt x="658" y="1379"/>
                    <a:pt x="698" y="1379"/>
                  </a:cubicBezTo>
                  <a:cubicBezTo>
                    <a:pt x="729" y="1379"/>
                    <a:pt x="776" y="1381"/>
                    <a:pt x="839" y="1385"/>
                  </a:cubicBezTo>
                  <a:lnTo>
                    <a:pt x="974" y="1393"/>
                  </a:lnTo>
                  <a:cubicBezTo>
                    <a:pt x="1023" y="1396"/>
                    <a:pt x="1064" y="1397"/>
                    <a:pt x="1095" y="1397"/>
                  </a:cubicBezTo>
                  <a:cubicBezTo>
                    <a:pt x="1165" y="1397"/>
                    <a:pt x="1210" y="1392"/>
                    <a:pt x="1255" y="1378"/>
                  </a:cubicBezTo>
                  <a:cubicBezTo>
                    <a:pt x="1290" y="1367"/>
                    <a:pt x="1324" y="1351"/>
                    <a:pt x="1354" y="1331"/>
                  </a:cubicBezTo>
                  <a:cubicBezTo>
                    <a:pt x="1408" y="1293"/>
                    <a:pt x="1460" y="1234"/>
                    <a:pt x="1491" y="1175"/>
                  </a:cubicBezTo>
                  <a:cubicBezTo>
                    <a:pt x="1494" y="1169"/>
                    <a:pt x="1499" y="1160"/>
                    <a:pt x="1504" y="1147"/>
                  </a:cubicBezTo>
                  <a:lnTo>
                    <a:pt x="1545" y="1158"/>
                  </a:lnTo>
                  <a:cubicBezTo>
                    <a:pt x="1532" y="1208"/>
                    <a:pt x="1525" y="1228"/>
                    <a:pt x="1505" y="1273"/>
                  </a:cubicBezTo>
                  <a:cubicBezTo>
                    <a:pt x="1464" y="1364"/>
                    <a:pt x="1417" y="1425"/>
                    <a:pt x="1354" y="1472"/>
                  </a:cubicBezTo>
                  <a:cubicBezTo>
                    <a:pt x="1289" y="1521"/>
                    <a:pt x="1216" y="1544"/>
                    <a:pt x="1131" y="1546"/>
                  </a:cubicBezTo>
                  <a:lnTo>
                    <a:pt x="1118" y="1546"/>
                  </a:lnTo>
                  <a:cubicBezTo>
                    <a:pt x="1055" y="1546"/>
                    <a:pt x="1006" y="1541"/>
                    <a:pt x="854" y="1518"/>
                  </a:cubicBezTo>
                  <a:cubicBezTo>
                    <a:pt x="700" y="1494"/>
                    <a:pt x="621" y="1486"/>
                    <a:pt x="544" y="1486"/>
                  </a:cubicBezTo>
                  <a:cubicBezTo>
                    <a:pt x="492" y="1486"/>
                    <a:pt x="444" y="1490"/>
                    <a:pt x="394" y="1498"/>
                  </a:cubicBezTo>
                  <a:cubicBezTo>
                    <a:pt x="328" y="1508"/>
                    <a:pt x="302" y="1516"/>
                    <a:pt x="242" y="1543"/>
                  </a:cubicBezTo>
                  <a:cubicBezTo>
                    <a:pt x="410" y="1727"/>
                    <a:pt x="652" y="1842"/>
                    <a:pt x="920" y="1842"/>
                  </a:cubicBezTo>
                  <a:cubicBezTo>
                    <a:pt x="1429" y="1842"/>
                    <a:pt x="1841" y="1430"/>
                    <a:pt x="1841" y="921"/>
                  </a:cubicBezTo>
                  <a:cubicBezTo>
                    <a:pt x="1841" y="412"/>
                    <a:pt x="1429" y="0"/>
                    <a:pt x="9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BEE17792-2541-41AB-A3A4-1488AC9142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2" y="197"/>
              <a:ext cx="25" cy="80"/>
            </a:xfrm>
            <a:custGeom>
              <a:avLst/>
              <a:gdLst>
                <a:gd name="T0" fmla="*/ 232 w 288"/>
                <a:gd name="T1" fmla="*/ 166 h 897"/>
                <a:gd name="T2" fmla="*/ 232 w 288"/>
                <a:gd name="T3" fmla="*/ 166 h 897"/>
                <a:gd name="T4" fmla="*/ 241 w 288"/>
                <a:gd name="T5" fmla="*/ 65 h 897"/>
                <a:gd name="T6" fmla="*/ 254 w 288"/>
                <a:gd name="T7" fmla="*/ 37 h 897"/>
                <a:gd name="T8" fmla="*/ 288 w 288"/>
                <a:gd name="T9" fmla="*/ 0 h 897"/>
                <a:gd name="T10" fmla="*/ 0 w 288"/>
                <a:gd name="T11" fmla="*/ 0 h 897"/>
                <a:gd name="T12" fmla="*/ 33 w 288"/>
                <a:gd name="T13" fmla="*/ 35 h 897"/>
                <a:gd name="T14" fmla="*/ 47 w 288"/>
                <a:gd name="T15" fmla="*/ 64 h 897"/>
                <a:gd name="T16" fmla="*/ 56 w 288"/>
                <a:gd name="T17" fmla="*/ 161 h 897"/>
                <a:gd name="T18" fmla="*/ 56 w 288"/>
                <a:gd name="T19" fmla="*/ 215 h 897"/>
                <a:gd name="T20" fmla="*/ 56 w 288"/>
                <a:gd name="T21" fmla="*/ 752 h 897"/>
                <a:gd name="T22" fmla="*/ 42 w 288"/>
                <a:gd name="T23" fmla="*/ 839 h 897"/>
                <a:gd name="T24" fmla="*/ 28 w 288"/>
                <a:gd name="T25" fmla="*/ 865 h 897"/>
                <a:gd name="T26" fmla="*/ 1 w 288"/>
                <a:gd name="T27" fmla="*/ 897 h 897"/>
                <a:gd name="T28" fmla="*/ 285 w 288"/>
                <a:gd name="T29" fmla="*/ 897 h 897"/>
                <a:gd name="T30" fmla="*/ 258 w 288"/>
                <a:gd name="T31" fmla="*/ 865 h 897"/>
                <a:gd name="T32" fmla="*/ 243 w 288"/>
                <a:gd name="T33" fmla="*/ 838 h 897"/>
                <a:gd name="T34" fmla="*/ 231 w 288"/>
                <a:gd name="T35" fmla="*/ 759 h 897"/>
                <a:gd name="T36" fmla="*/ 231 w 288"/>
                <a:gd name="T37" fmla="*/ 218 h 897"/>
                <a:gd name="T38" fmla="*/ 232 w 288"/>
                <a:gd name="T39" fmla="*/ 166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88" h="897">
                  <a:moveTo>
                    <a:pt x="232" y="166"/>
                  </a:moveTo>
                  <a:lnTo>
                    <a:pt x="232" y="166"/>
                  </a:lnTo>
                  <a:cubicBezTo>
                    <a:pt x="232" y="106"/>
                    <a:pt x="233" y="89"/>
                    <a:pt x="241" y="65"/>
                  </a:cubicBezTo>
                  <a:cubicBezTo>
                    <a:pt x="244" y="55"/>
                    <a:pt x="248" y="46"/>
                    <a:pt x="254" y="37"/>
                  </a:cubicBezTo>
                  <a:cubicBezTo>
                    <a:pt x="263" y="22"/>
                    <a:pt x="270" y="14"/>
                    <a:pt x="288" y="0"/>
                  </a:cubicBezTo>
                  <a:lnTo>
                    <a:pt x="0" y="0"/>
                  </a:lnTo>
                  <a:cubicBezTo>
                    <a:pt x="18" y="16"/>
                    <a:pt x="24" y="22"/>
                    <a:pt x="33" y="35"/>
                  </a:cubicBezTo>
                  <a:cubicBezTo>
                    <a:pt x="39" y="44"/>
                    <a:pt x="44" y="54"/>
                    <a:pt x="47" y="64"/>
                  </a:cubicBezTo>
                  <a:cubicBezTo>
                    <a:pt x="53" y="86"/>
                    <a:pt x="56" y="108"/>
                    <a:pt x="56" y="161"/>
                  </a:cubicBezTo>
                  <a:cubicBezTo>
                    <a:pt x="56" y="188"/>
                    <a:pt x="56" y="206"/>
                    <a:pt x="56" y="215"/>
                  </a:cubicBezTo>
                  <a:lnTo>
                    <a:pt x="56" y="752"/>
                  </a:lnTo>
                  <a:cubicBezTo>
                    <a:pt x="56" y="784"/>
                    <a:pt x="51" y="817"/>
                    <a:pt x="42" y="839"/>
                  </a:cubicBezTo>
                  <a:cubicBezTo>
                    <a:pt x="39" y="848"/>
                    <a:pt x="34" y="857"/>
                    <a:pt x="28" y="865"/>
                  </a:cubicBezTo>
                  <a:cubicBezTo>
                    <a:pt x="21" y="875"/>
                    <a:pt x="16" y="880"/>
                    <a:pt x="1" y="897"/>
                  </a:cubicBezTo>
                  <a:lnTo>
                    <a:pt x="285" y="897"/>
                  </a:lnTo>
                  <a:cubicBezTo>
                    <a:pt x="271" y="885"/>
                    <a:pt x="266" y="879"/>
                    <a:pt x="258" y="865"/>
                  </a:cubicBezTo>
                  <a:cubicBezTo>
                    <a:pt x="252" y="856"/>
                    <a:pt x="247" y="847"/>
                    <a:pt x="243" y="838"/>
                  </a:cubicBezTo>
                  <a:cubicBezTo>
                    <a:pt x="236" y="817"/>
                    <a:pt x="231" y="787"/>
                    <a:pt x="231" y="759"/>
                  </a:cubicBezTo>
                  <a:lnTo>
                    <a:pt x="231" y="218"/>
                  </a:lnTo>
                  <a:lnTo>
                    <a:pt x="232" y="1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7FE4A7E9-42E0-43D0-B996-856DC1B075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" y="197"/>
              <a:ext cx="77" cy="80"/>
            </a:xfrm>
            <a:custGeom>
              <a:avLst/>
              <a:gdLst>
                <a:gd name="T0" fmla="*/ 810 w 869"/>
                <a:gd name="T1" fmla="*/ 165 h 897"/>
                <a:gd name="T2" fmla="*/ 810 w 869"/>
                <a:gd name="T3" fmla="*/ 165 h 897"/>
                <a:gd name="T4" fmla="*/ 819 w 869"/>
                <a:gd name="T5" fmla="*/ 70 h 897"/>
                <a:gd name="T6" fmla="*/ 834 w 869"/>
                <a:gd name="T7" fmla="*/ 37 h 897"/>
                <a:gd name="T8" fmla="*/ 869 w 869"/>
                <a:gd name="T9" fmla="*/ 0 h 897"/>
                <a:gd name="T10" fmla="*/ 576 w 869"/>
                <a:gd name="T11" fmla="*/ 0 h 897"/>
                <a:gd name="T12" fmla="*/ 609 w 869"/>
                <a:gd name="T13" fmla="*/ 36 h 897"/>
                <a:gd name="T14" fmla="*/ 624 w 869"/>
                <a:gd name="T15" fmla="*/ 67 h 897"/>
                <a:gd name="T16" fmla="*/ 634 w 869"/>
                <a:gd name="T17" fmla="*/ 162 h 897"/>
                <a:gd name="T18" fmla="*/ 634 w 869"/>
                <a:gd name="T19" fmla="*/ 379 h 897"/>
                <a:gd name="T20" fmla="*/ 232 w 869"/>
                <a:gd name="T21" fmla="*/ 379 h 897"/>
                <a:gd name="T22" fmla="*/ 232 w 869"/>
                <a:gd name="T23" fmla="*/ 216 h 897"/>
                <a:gd name="T24" fmla="*/ 234 w 869"/>
                <a:gd name="T25" fmla="*/ 109 h 897"/>
                <a:gd name="T26" fmla="*/ 241 w 869"/>
                <a:gd name="T27" fmla="*/ 70 h 897"/>
                <a:gd name="T28" fmla="*/ 278 w 869"/>
                <a:gd name="T29" fmla="*/ 9 h 897"/>
                <a:gd name="T30" fmla="*/ 288 w 869"/>
                <a:gd name="T31" fmla="*/ 0 h 897"/>
                <a:gd name="T32" fmla="*/ 1 w 869"/>
                <a:gd name="T33" fmla="*/ 0 h 897"/>
                <a:gd name="T34" fmla="*/ 30 w 869"/>
                <a:gd name="T35" fmla="*/ 34 h 897"/>
                <a:gd name="T36" fmla="*/ 46 w 869"/>
                <a:gd name="T37" fmla="*/ 64 h 897"/>
                <a:gd name="T38" fmla="*/ 56 w 869"/>
                <a:gd name="T39" fmla="*/ 159 h 897"/>
                <a:gd name="T40" fmla="*/ 57 w 869"/>
                <a:gd name="T41" fmla="*/ 216 h 897"/>
                <a:gd name="T42" fmla="*/ 57 w 869"/>
                <a:gd name="T43" fmla="*/ 707 h 897"/>
                <a:gd name="T44" fmla="*/ 53 w 869"/>
                <a:gd name="T45" fmla="*/ 802 h 897"/>
                <a:gd name="T46" fmla="*/ 44 w 869"/>
                <a:gd name="T47" fmla="*/ 838 h 897"/>
                <a:gd name="T48" fmla="*/ 9 w 869"/>
                <a:gd name="T49" fmla="*/ 888 h 897"/>
                <a:gd name="T50" fmla="*/ 0 w 869"/>
                <a:gd name="T51" fmla="*/ 897 h 897"/>
                <a:gd name="T52" fmla="*/ 284 w 869"/>
                <a:gd name="T53" fmla="*/ 897 h 897"/>
                <a:gd name="T54" fmla="*/ 260 w 869"/>
                <a:gd name="T55" fmla="*/ 867 h 897"/>
                <a:gd name="T56" fmla="*/ 245 w 869"/>
                <a:gd name="T57" fmla="*/ 839 h 897"/>
                <a:gd name="T58" fmla="*/ 232 w 869"/>
                <a:gd name="T59" fmla="*/ 761 h 897"/>
                <a:gd name="T60" fmla="*/ 232 w 869"/>
                <a:gd name="T61" fmla="*/ 707 h 897"/>
                <a:gd name="T62" fmla="*/ 232 w 869"/>
                <a:gd name="T63" fmla="*/ 490 h 897"/>
                <a:gd name="T64" fmla="*/ 634 w 869"/>
                <a:gd name="T65" fmla="*/ 490 h 897"/>
                <a:gd name="T66" fmla="*/ 634 w 869"/>
                <a:gd name="T67" fmla="*/ 709 h 897"/>
                <a:gd name="T68" fmla="*/ 630 w 869"/>
                <a:gd name="T69" fmla="*/ 800 h 897"/>
                <a:gd name="T70" fmla="*/ 620 w 869"/>
                <a:gd name="T71" fmla="*/ 838 h 897"/>
                <a:gd name="T72" fmla="*/ 588 w 869"/>
                <a:gd name="T73" fmla="*/ 885 h 897"/>
                <a:gd name="T74" fmla="*/ 575 w 869"/>
                <a:gd name="T75" fmla="*/ 897 h 897"/>
                <a:gd name="T76" fmla="*/ 862 w 869"/>
                <a:gd name="T77" fmla="*/ 897 h 897"/>
                <a:gd name="T78" fmla="*/ 838 w 869"/>
                <a:gd name="T79" fmla="*/ 869 h 897"/>
                <a:gd name="T80" fmla="*/ 821 w 869"/>
                <a:gd name="T81" fmla="*/ 839 h 897"/>
                <a:gd name="T82" fmla="*/ 810 w 869"/>
                <a:gd name="T83" fmla="*/ 758 h 897"/>
                <a:gd name="T84" fmla="*/ 809 w 869"/>
                <a:gd name="T85" fmla="*/ 712 h 897"/>
                <a:gd name="T86" fmla="*/ 810 w 869"/>
                <a:gd name="T87" fmla="*/ 218 h 897"/>
                <a:gd name="T88" fmla="*/ 810 w 869"/>
                <a:gd name="T89" fmla="*/ 16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69" h="897">
                  <a:moveTo>
                    <a:pt x="810" y="165"/>
                  </a:moveTo>
                  <a:lnTo>
                    <a:pt x="810" y="165"/>
                  </a:lnTo>
                  <a:cubicBezTo>
                    <a:pt x="810" y="125"/>
                    <a:pt x="813" y="95"/>
                    <a:pt x="819" y="70"/>
                  </a:cubicBezTo>
                  <a:cubicBezTo>
                    <a:pt x="823" y="59"/>
                    <a:pt x="828" y="48"/>
                    <a:pt x="834" y="37"/>
                  </a:cubicBezTo>
                  <a:cubicBezTo>
                    <a:pt x="843" y="22"/>
                    <a:pt x="850" y="14"/>
                    <a:pt x="869" y="0"/>
                  </a:cubicBezTo>
                  <a:lnTo>
                    <a:pt x="576" y="0"/>
                  </a:lnTo>
                  <a:cubicBezTo>
                    <a:pt x="593" y="14"/>
                    <a:pt x="599" y="20"/>
                    <a:pt x="609" y="36"/>
                  </a:cubicBezTo>
                  <a:cubicBezTo>
                    <a:pt x="616" y="46"/>
                    <a:pt x="621" y="57"/>
                    <a:pt x="624" y="67"/>
                  </a:cubicBezTo>
                  <a:cubicBezTo>
                    <a:pt x="631" y="88"/>
                    <a:pt x="634" y="115"/>
                    <a:pt x="634" y="162"/>
                  </a:cubicBezTo>
                  <a:lnTo>
                    <a:pt x="634" y="379"/>
                  </a:lnTo>
                  <a:lnTo>
                    <a:pt x="232" y="379"/>
                  </a:lnTo>
                  <a:lnTo>
                    <a:pt x="232" y="216"/>
                  </a:lnTo>
                  <a:cubicBezTo>
                    <a:pt x="232" y="166"/>
                    <a:pt x="232" y="134"/>
                    <a:pt x="234" y="109"/>
                  </a:cubicBezTo>
                  <a:cubicBezTo>
                    <a:pt x="235" y="95"/>
                    <a:pt x="238" y="82"/>
                    <a:pt x="241" y="70"/>
                  </a:cubicBezTo>
                  <a:cubicBezTo>
                    <a:pt x="247" y="51"/>
                    <a:pt x="264" y="24"/>
                    <a:pt x="278" y="9"/>
                  </a:cubicBezTo>
                  <a:cubicBezTo>
                    <a:pt x="280" y="7"/>
                    <a:pt x="284" y="4"/>
                    <a:pt x="288" y="0"/>
                  </a:cubicBezTo>
                  <a:lnTo>
                    <a:pt x="1" y="0"/>
                  </a:lnTo>
                  <a:cubicBezTo>
                    <a:pt x="18" y="17"/>
                    <a:pt x="23" y="23"/>
                    <a:pt x="30" y="34"/>
                  </a:cubicBezTo>
                  <a:cubicBezTo>
                    <a:pt x="37" y="43"/>
                    <a:pt x="42" y="53"/>
                    <a:pt x="46" y="64"/>
                  </a:cubicBezTo>
                  <a:cubicBezTo>
                    <a:pt x="53" y="87"/>
                    <a:pt x="55" y="100"/>
                    <a:pt x="56" y="159"/>
                  </a:cubicBezTo>
                  <a:lnTo>
                    <a:pt x="57" y="216"/>
                  </a:lnTo>
                  <a:lnTo>
                    <a:pt x="57" y="707"/>
                  </a:lnTo>
                  <a:cubicBezTo>
                    <a:pt x="57" y="757"/>
                    <a:pt x="56" y="779"/>
                    <a:pt x="53" y="802"/>
                  </a:cubicBezTo>
                  <a:cubicBezTo>
                    <a:pt x="51" y="814"/>
                    <a:pt x="48" y="825"/>
                    <a:pt x="44" y="838"/>
                  </a:cubicBezTo>
                  <a:cubicBezTo>
                    <a:pt x="37" y="857"/>
                    <a:pt x="26" y="872"/>
                    <a:pt x="9" y="888"/>
                  </a:cubicBezTo>
                  <a:cubicBezTo>
                    <a:pt x="7" y="890"/>
                    <a:pt x="4" y="893"/>
                    <a:pt x="0" y="897"/>
                  </a:cubicBezTo>
                  <a:lnTo>
                    <a:pt x="284" y="897"/>
                  </a:lnTo>
                  <a:cubicBezTo>
                    <a:pt x="271" y="884"/>
                    <a:pt x="267" y="878"/>
                    <a:pt x="260" y="867"/>
                  </a:cubicBezTo>
                  <a:cubicBezTo>
                    <a:pt x="254" y="859"/>
                    <a:pt x="249" y="849"/>
                    <a:pt x="245" y="839"/>
                  </a:cubicBezTo>
                  <a:cubicBezTo>
                    <a:pt x="236" y="815"/>
                    <a:pt x="233" y="799"/>
                    <a:pt x="232" y="761"/>
                  </a:cubicBezTo>
                  <a:cubicBezTo>
                    <a:pt x="232" y="741"/>
                    <a:pt x="232" y="724"/>
                    <a:pt x="232" y="707"/>
                  </a:cubicBezTo>
                  <a:lnTo>
                    <a:pt x="232" y="490"/>
                  </a:lnTo>
                  <a:lnTo>
                    <a:pt x="634" y="490"/>
                  </a:lnTo>
                  <a:lnTo>
                    <a:pt x="634" y="709"/>
                  </a:lnTo>
                  <a:cubicBezTo>
                    <a:pt x="634" y="757"/>
                    <a:pt x="633" y="775"/>
                    <a:pt x="630" y="800"/>
                  </a:cubicBezTo>
                  <a:cubicBezTo>
                    <a:pt x="628" y="813"/>
                    <a:pt x="625" y="826"/>
                    <a:pt x="620" y="838"/>
                  </a:cubicBezTo>
                  <a:cubicBezTo>
                    <a:pt x="613" y="855"/>
                    <a:pt x="603" y="871"/>
                    <a:pt x="588" y="885"/>
                  </a:cubicBezTo>
                  <a:cubicBezTo>
                    <a:pt x="585" y="888"/>
                    <a:pt x="581" y="892"/>
                    <a:pt x="575" y="897"/>
                  </a:cubicBezTo>
                  <a:lnTo>
                    <a:pt x="862" y="897"/>
                  </a:lnTo>
                  <a:cubicBezTo>
                    <a:pt x="850" y="885"/>
                    <a:pt x="846" y="880"/>
                    <a:pt x="838" y="869"/>
                  </a:cubicBezTo>
                  <a:cubicBezTo>
                    <a:pt x="831" y="859"/>
                    <a:pt x="825" y="849"/>
                    <a:pt x="821" y="839"/>
                  </a:cubicBezTo>
                  <a:cubicBezTo>
                    <a:pt x="813" y="818"/>
                    <a:pt x="811" y="803"/>
                    <a:pt x="810" y="758"/>
                  </a:cubicBezTo>
                  <a:cubicBezTo>
                    <a:pt x="809" y="732"/>
                    <a:pt x="809" y="717"/>
                    <a:pt x="809" y="712"/>
                  </a:cubicBezTo>
                  <a:lnTo>
                    <a:pt x="810" y="218"/>
                  </a:lnTo>
                  <a:lnTo>
                    <a:pt x="810" y="16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451758A0-E6AE-4136-8372-7F123E7215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2" y="197"/>
              <a:ext cx="73" cy="80"/>
            </a:xfrm>
            <a:custGeom>
              <a:avLst/>
              <a:gdLst>
                <a:gd name="T0" fmla="*/ 408 w 822"/>
                <a:gd name="T1" fmla="*/ 395 h 897"/>
                <a:gd name="T2" fmla="*/ 408 w 822"/>
                <a:gd name="T3" fmla="*/ 395 h 897"/>
                <a:gd name="T4" fmla="*/ 295 w 822"/>
                <a:gd name="T5" fmla="*/ 431 h 897"/>
                <a:gd name="T6" fmla="*/ 248 w 822"/>
                <a:gd name="T7" fmla="*/ 435 h 897"/>
                <a:gd name="T8" fmla="*/ 233 w 822"/>
                <a:gd name="T9" fmla="*/ 435 h 897"/>
                <a:gd name="T10" fmla="*/ 233 w 822"/>
                <a:gd name="T11" fmla="*/ 103 h 897"/>
                <a:gd name="T12" fmla="*/ 257 w 822"/>
                <a:gd name="T13" fmla="*/ 102 h 897"/>
                <a:gd name="T14" fmla="*/ 378 w 822"/>
                <a:gd name="T15" fmla="*/ 117 h 897"/>
                <a:gd name="T16" fmla="*/ 439 w 822"/>
                <a:gd name="T17" fmla="*/ 149 h 897"/>
                <a:gd name="T18" fmla="*/ 485 w 822"/>
                <a:gd name="T19" fmla="*/ 260 h 897"/>
                <a:gd name="T20" fmla="*/ 450 w 822"/>
                <a:gd name="T21" fmla="*/ 361 h 897"/>
                <a:gd name="T22" fmla="*/ 408 w 822"/>
                <a:gd name="T23" fmla="*/ 395 h 897"/>
                <a:gd name="T24" fmla="*/ 408 w 822"/>
                <a:gd name="T25" fmla="*/ 395 h 897"/>
                <a:gd name="T26" fmla="*/ 750 w 822"/>
                <a:gd name="T27" fmla="*/ 835 h 897"/>
                <a:gd name="T28" fmla="*/ 750 w 822"/>
                <a:gd name="T29" fmla="*/ 835 h 897"/>
                <a:gd name="T30" fmla="*/ 649 w 822"/>
                <a:gd name="T31" fmla="*/ 730 h 897"/>
                <a:gd name="T32" fmla="*/ 583 w 822"/>
                <a:gd name="T33" fmla="*/ 657 h 897"/>
                <a:gd name="T34" fmla="*/ 444 w 822"/>
                <a:gd name="T35" fmla="*/ 493 h 897"/>
                <a:gd name="T36" fmla="*/ 484 w 822"/>
                <a:gd name="T37" fmla="*/ 480 h 897"/>
                <a:gd name="T38" fmla="*/ 594 w 822"/>
                <a:gd name="T39" fmla="*/ 416 h 897"/>
                <a:gd name="T40" fmla="*/ 665 w 822"/>
                <a:gd name="T41" fmla="*/ 313 h 897"/>
                <a:gd name="T42" fmla="*/ 676 w 822"/>
                <a:gd name="T43" fmla="*/ 244 h 897"/>
                <a:gd name="T44" fmla="*/ 615 w 822"/>
                <a:gd name="T45" fmla="*/ 97 h 897"/>
                <a:gd name="T46" fmla="*/ 470 w 822"/>
                <a:gd name="T47" fmla="*/ 16 h 897"/>
                <a:gd name="T48" fmla="*/ 316 w 822"/>
                <a:gd name="T49" fmla="*/ 1 h 897"/>
                <a:gd name="T50" fmla="*/ 233 w 822"/>
                <a:gd name="T51" fmla="*/ 0 h 897"/>
                <a:gd name="T52" fmla="*/ 2 w 822"/>
                <a:gd name="T53" fmla="*/ 0 h 897"/>
                <a:gd name="T54" fmla="*/ 32 w 822"/>
                <a:gd name="T55" fmla="*/ 33 h 897"/>
                <a:gd name="T56" fmla="*/ 47 w 822"/>
                <a:gd name="T57" fmla="*/ 66 h 897"/>
                <a:gd name="T58" fmla="*/ 56 w 822"/>
                <a:gd name="T59" fmla="*/ 162 h 897"/>
                <a:gd name="T60" fmla="*/ 56 w 822"/>
                <a:gd name="T61" fmla="*/ 750 h 897"/>
                <a:gd name="T62" fmla="*/ 46 w 822"/>
                <a:gd name="T63" fmla="*/ 837 h 897"/>
                <a:gd name="T64" fmla="*/ 31 w 822"/>
                <a:gd name="T65" fmla="*/ 865 h 897"/>
                <a:gd name="T66" fmla="*/ 0 w 822"/>
                <a:gd name="T67" fmla="*/ 897 h 897"/>
                <a:gd name="T68" fmla="*/ 285 w 822"/>
                <a:gd name="T69" fmla="*/ 897 h 897"/>
                <a:gd name="T70" fmla="*/ 261 w 822"/>
                <a:gd name="T71" fmla="*/ 867 h 897"/>
                <a:gd name="T72" fmla="*/ 245 w 822"/>
                <a:gd name="T73" fmla="*/ 840 h 897"/>
                <a:gd name="T74" fmla="*/ 234 w 822"/>
                <a:gd name="T75" fmla="*/ 757 h 897"/>
                <a:gd name="T76" fmla="*/ 233 w 822"/>
                <a:gd name="T77" fmla="*/ 712 h 897"/>
                <a:gd name="T78" fmla="*/ 233 w 822"/>
                <a:gd name="T79" fmla="*/ 510 h 897"/>
                <a:gd name="T80" fmla="*/ 400 w 822"/>
                <a:gd name="T81" fmla="*/ 710 h 897"/>
                <a:gd name="T82" fmla="*/ 437 w 822"/>
                <a:gd name="T83" fmla="*/ 753 h 897"/>
                <a:gd name="T84" fmla="*/ 481 w 822"/>
                <a:gd name="T85" fmla="*/ 801 h 897"/>
                <a:gd name="T86" fmla="*/ 573 w 822"/>
                <a:gd name="T87" fmla="*/ 875 h 897"/>
                <a:gd name="T88" fmla="*/ 662 w 822"/>
                <a:gd name="T89" fmla="*/ 896 h 897"/>
                <a:gd name="T90" fmla="*/ 709 w 822"/>
                <a:gd name="T91" fmla="*/ 897 h 897"/>
                <a:gd name="T92" fmla="*/ 822 w 822"/>
                <a:gd name="T93" fmla="*/ 897 h 897"/>
                <a:gd name="T94" fmla="*/ 789 w 822"/>
                <a:gd name="T95" fmla="*/ 870 h 897"/>
                <a:gd name="T96" fmla="*/ 750 w 822"/>
                <a:gd name="T97" fmla="*/ 83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2" h="897">
                  <a:moveTo>
                    <a:pt x="408" y="395"/>
                  </a:moveTo>
                  <a:lnTo>
                    <a:pt x="408" y="395"/>
                  </a:lnTo>
                  <a:cubicBezTo>
                    <a:pt x="376" y="413"/>
                    <a:pt x="343" y="424"/>
                    <a:pt x="295" y="431"/>
                  </a:cubicBezTo>
                  <a:cubicBezTo>
                    <a:pt x="277" y="434"/>
                    <a:pt x="261" y="435"/>
                    <a:pt x="248" y="435"/>
                  </a:cubicBezTo>
                  <a:cubicBezTo>
                    <a:pt x="243" y="435"/>
                    <a:pt x="240" y="435"/>
                    <a:pt x="233" y="435"/>
                  </a:cubicBezTo>
                  <a:lnTo>
                    <a:pt x="233" y="103"/>
                  </a:lnTo>
                  <a:cubicBezTo>
                    <a:pt x="245" y="102"/>
                    <a:pt x="249" y="102"/>
                    <a:pt x="257" y="102"/>
                  </a:cubicBezTo>
                  <a:cubicBezTo>
                    <a:pt x="301" y="102"/>
                    <a:pt x="344" y="107"/>
                    <a:pt x="378" y="117"/>
                  </a:cubicBezTo>
                  <a:cubicBezTo>
                    <a:pt x="400" y="123"/>
                    <a:pt x="421" y="135"/>
                    <a:pt x="439" y="149"/>
                  </a:cubicBezTo>
                  <a:cubicBezTo>
                    <a:pt x="469" y="175"/>
                    <a:pt x="485" y="213"/>
                    <a:pt x="485" y="260"/>
                  </a:cubicBezTo>
                  <a:cubicBezTo>
                    <a:pt x="485" y="300"/>
                    <a:pt x="473" y="335"/>
                    <a:pt x="450" y="361"/>
                  </a:cubicBezTo>
                  <a:cubicBezTo>
                    <a:pt x="439" y="373"/>
                    <a:pt x="425" y="385"/>
                    <a:pt x="408" y="395"/>
                  </a:cubicBezTo>
                  <a:lnTo>
                    <a:pt x="408" y="395"/>
                  </a:lnTo>
                  <a:close/>
                  <a:moveTo>
                    <a:pt x="750" y="835"/>
                  </a:moveTo>
                  <a:lnTo>
                    <a:pt x="750" y="835"/>
                  </a:lnTo>
                  <a:cubicBezTo>
                    <a:pt x="719" y="804"/>
                    <a:pt x="691" y="776"/>
                    <a:pt x="649" y="730"/>
                  </a:cubicBezTo>
                  <a:cubicBezTo>
                    <a:pt x="622" y="702"/>
                    <a:pt x="600" y="677"/>
                    <a:pt x="583" y="657"/>
                  </a:cubicBezTo>
                  <a:lnTo>
                    <a:pt x="444" y="493"/>
                  </a:lnTo>
                  <a:cubicBezTo>
                    <a:pt x="461" y="488"/>
                    <a:pt x="468" y="486"/>
                    <a:pt x="484" y="480"/>
                  </a:cubicBezTo>
                  <a:cubicBezTo>
                    <a:pt x="529" y="462"/>
                    <a:pt x="563" y="442"/>
                    <a:pt x="594" y="416"/>
                  </a:cubicBezTo>
                  <a:cubicBezTo>
                    <a:pt x="630" y="386"/>
                    <a:pt x="652" y="354"/>
                    <a:pt x="665" y="313"/>
                  </a:cubicBezTo>
                  <a:cubicBezTo>
                    <a:pt x="673" y="291"/>
                    <a:pt x="676" y="267"/>
                    <a:pt x="676" y="244"/>
                  </a:cubicBezTo>
                  <a:cubicBezTo>
                    <a:pt x="676" y="189"/>
                    <a:pt x="656" y="139"/>
                    <a:pt x="615" y="97"/>
                  </a:cubicBezTo>
                  <a:cubicBezTo>
                    <a:pt x="579" y="58"/>
                    <a:pt x="527" y="30"/>
                    <a:pt x="470" y="16"/>
                  </a:cubicBezTo>
                  <a:cubicBezTo>
                    <a:pt x="429" y="7"/>
                    <a:pt x="388" y="2"/>
                    <a:pt x="316" y="1"/>
                  </a:cubicBezTo>
                  <a:cubicBezTo>
                    <a:pt x="289" y="0"/>
                    <a:pt x="262" y="0"/>
                    <a:pt x="233" y="0"/>
                  </a:cubicBezTo>
                  <a:lnTo>
                    <a:pt x="2" y="0"/>
                  </a:lnTo>
                  <a:cubicBezTo>
                    <a:pt x="17" y="14"/>
                    <a:pt x="23" y="20"/>
                    <a:pt x="32" y="33"/>
                  </a:cubicBezTo>
                  <a:cubicBezTo>
                    <a:pt x="38" y="44"/>
                    <a:pt x="44" y="55"/>
                    <a:pt x="47" y="66"/>
                  </a:cubicBezTo>
                  <a:cubicBezTo>
                    <a:pt x="53" y="86"/>
                    <a:pt x="56" y="114"/>
                    <a:pt x="56" y="162"/>
                  </a:cubicBezTo>
                  <a:lnTo>
                    <a:pt x="56" y="750"/>
                  </a:lnTo>
                  <a:cubicBezTo>
                    <a:pt x="56" y="793"/>
                    <a:pt x="53" y="817"/>
                    <a:pt x="46" y="837"/>
                  </a:cubicBezTo>
                  <a:cubicBezTo>
                    <a:pt x="42" y="847"/>
                    <a:pt x="37" y="857"/>
                    <a:pt x="31" y="865"/>
                  </a:cubicBezTo>
                  <a:cubicBezTo>
                    <a:pt x="22" y="876"/>
                    <a:pt x="17" y="882"/>
                    <a:pt x="0" y="897"/>
                  </a:cubicBezTo>
                  <a:lnTo>
                    <a:pt x="285" y="897"/>
                  </a:lnTo>
                  <a:cubicBezTo>
                    <a:pt x="273" y="883"/>
                    <a:pt x="269" y="878"/>
                    <a:pt x="261" y="867"/>
                  </a:cubicBezTo>
                  <a:cubicBezTo>
                    <a:pt x="254" y="859"/>
                    <a:pt x="249" y="850"/>
                    <a:pt x="245" y="840"/>
                  </a:cubicBezTo>
                  <a:cubicBezTo>
                    <a:pt x="238" y="820"/>
                    <a:pt x="234" y="799"/>
                    <a:pt x="234" y="757"/>
                  </a:cubicBezTo>
                  <a:cubicBezTo>
                    <a:pt x="234" y="744"/>
                    <a:pt x="233" y="729"/>
                    <a:pt x="233" y="712"/>
                  </a:cubicBezTo>
                  <a:lnTo>
                    <a:pt x="233" y="510"/>
                  </a:lnTo>
                  <a:lnTo>
                    <a:pt x="400" y="710"/>
                  </a:lnTo>
                  <a:cubicBezTo>
                    <a:pt x="407" y="719"/>
                    <a:pt x="420" y="734"/>
                    <a:pt x="437" y="753"/>
                  </a:cubicBezTo>
                  <a:cubicBezTo>
                    <a:pt x="456" y="775"/>
                    <a:pt x="471" y="791"/>
                    <a:pt x="481" y="801"/>
                  </a:cubicBezTo>
                  <a:cubicBezTo>
                    <a:pt x="513" y="835"/>
                    <a:pt x="543" y="859"/>
                    <a:pt x="573" y="875"/>
                  </a:cubicBezTo>
                  <a:cubicBezTo>
                    <a:pt x="599" y="889"/>
                    <a:pt x="624" y="895"/>
                    <a:pt x="662" y="896"/>
                  </a:cubicBezTo>
                  <a:cubicBezTo>
                    <a:pt x="677" y="897"/>
                    <a:pt x="693" y="897"/>
                    <a:pt x="709" y="897"/>
                  </a:cubicBezTo>
                  <a:lnTo>
                    <a:pt x="822" y="897"/>
                  </a:lnTo>
                  <a:cubicBezTo>
                    <a:pt x="807" y="885"/>
                    <a:pt x="800" y="880"/>
                    <a:pt x="789" y="870"/>
                  </a:cubicBezTo>
                  <a:cubicBezTo>
                    <a:pt x="777" y="859"/>
                    <a:pt x="764" y="848"/>
                    <a:pt x="750" y="83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7F1B4E05-1C49-4628-8296-6E4C82BBB07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9" y="195"/>
              <a:ext cx="68" cy="84"/>
            </a:xfrm>
            <a:custGeom>
              <a:avLst/>
              <a:gdLst>
                <a:gd name="T0" fmla="*/ 668 w 765"/>
                <a:gd name="T1" fmla="*/ 790 h 944"/>
                <a:gd name="T2" fmla="*/ 668 w 765"/>
                <a:gd name="T3" fmla="*/ 790 h 944"/>
                <a:gd name="T4" fmla="*/ 512 w 765"/>
                <a:gd name="T5" fmla="*/ 823 h 944"/>
                <a:gd name="T6" fmla="*/ 281 w 765"/>
                <a:gd name="T7" fmla="*/ 727 h 944"/>
                <a:gd name="T8" fmla="*/ 191 w 765"/>
                <a:gd name="T9" fmla="*/ 478 h 944"/>
                <a:gd name="T10" fmla="*/ 272 w 765"/>
                <a:gd name="T11" fmla="*/ 236 h 944"/>
                <a:gd name="T12" fmla="*/ 354 w 765"/>
                <a:gd name="T13" fmla="*/ 170 h 944"/>
                <a:gd name="T14" fmla="*/ 527 w 765"/>
                <a:gd name="T15" fmla="*/ 126 h 944"/>
                <a:gd name="T16" fmla="*/ 688 w 765"/>
                <a:gd name="T17" fmla="*/ 159 h 944"/>
                <a:gd name="T18" fmla="*/ 762 w 765"/>
                <a:gd name="T19" fmla="*/ 199 h 944"/>
                <a:gd name="T20" fmla="*/ 762 w 765"/>
                <a:gd name="T21" fmla="*/ 31 h 944"/>
                <a:gd name="T22" fmla="*/ 708 w 765"/>
                <a:gd name="T23" fmla="*/ 16 h 944"/>
                <a:gd name="T24" fmla="*/ 550 w 765"/>
                <a:gd name="T25" fmla="*/ 0 h 944"/>
                <a:gd name="T26" fmla="*/ 294 w 765"/>
                <a:gd name="T27" fmla="*/ 48 h 944"/>
                <a:gd name="T28" fmla="*/ 171 w 765"/>
                <a:gd name="T29" fmla="*/ 121 h 944"/>
                <a:gd name="T30" fmla="*/ 0 w 765"/>
                <a:gd name="T31" fmla="*/ 488 h 944"/>
                <a:gd name="T32" fmla="*/ 164 w 765"/>
                <a:gd name="T33" fmla="*/ 840 h 944"/>
                <a:gd name="T34" fmla="*/ 499 w 765"/>
                <a:gd name="T35" fmla="*/ 944 h 944"/>
                <a:gd name="T36" fmla="*/ 751 w 765"/>
                <a:gd name="T37" fmla="*/ 904 h 944"/>
                <a:gd name="T38" fmla="*/ 765 w 765"/>
                <a:gd name="T39" fmla="*/ 899 h 944"/>
                <a:gd name="T40" fmla="*/ 765 w 765"/>
                <a:gd name="T41" fmla="*/ 736 h 944"/>
                <a:gd name="T42" fmla="*/ 724 w 765"/>
                <a:gd name="T43" fmla="*/ 763 h 944"/>
                <a:gd name="T44" fmla="*/ 668 w 765"/>
                <a:gd name="T45" fmla="*/ 790 h 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65" h="944">
                  <a:moveTo>
                    <a:pt x="668" y="790"/>
                  </a:moveTo>
                  <a:lnTo>
                    <a:pt x="668" y="790"/>
                  </a:lnTo>
                  <a:cubicBezTo>
                    <a:pt x="614" y="813"/>
                    <a:pt x="565" y="823"/>
                    <a:pt x="512" y="823"/>
                  </a:cubicBezTo>
                  <a:cubicBezTo>
                    <a:pt x="419" y="823"/>
                    <a:pt x="340" y="790"/>
                    <a:pt x="281" y="727"/>
                  </a:cubicBezTo>
                  <a:cubicBezTo>
                    <a:pt x="222" y="664"/>
                    <a:pt x="191" y="577"/>
                    <a:pt x="191" y="478"/>
                  </a:cubicBezTo>
                  <a:cubicBezTo>
                    <a:pt x="191" y="384"/>
                    <a:pt x="220" y="297"/>
                    <a:pt x="272" y="236"/>
                  </a:cubicBezTo>
                  <a:cubicBezTo>
                    <a:pt x="295" y="210"/>
                    <a:pt x="322" y="187"/>
                    <a:pt x="354" y="170"/>
                  </a:cubicBezTo>
                  <a:cubicBezTo>
                    <a:pt x="404" y="141"/>
                    <a:pt x="463" y="126"/>
                    <a:pt x="527" y="126"/>
                  </a:cubicBezTo>
                  <a:cubicBezTo>
                    <a:pt x="582" y="126"/>
                    <a:pt x="635" y="137"/>
                    <a:pt x="688" y="159"/>
                  </a:cubicBezTo>
                  <a:cubicBezTo>
                    <a:pt x="722" y="172"/>
                    <a:pt x="734" y="179"/>
                    <a:pt x="762" y="199"/>
                  </a:cubicBezTo>
                  <a:lnTo>
                    <a:pt x="762" y="31"/>
                  </a:lnTo>
                  <a:cubicBezTo>
                    <a:pt x="740" y="24"/>
                    <a:pt x="731" y="21"/>
                    <a:pt x="708" y="16"/>
                  </a:cubicBezTo>
                  <a:cubicBezTo>
                    <a:pt x="656" y="5"/>
                    <a:pt x="606" y="0"/>
                    <a:pt x="550" y="0"/>
                  </a:cubicBezTo>
                  <a:cubicBezTo>
                    <a:pt x="453" y="0"/>
                    <a:pt x="370" y="16"/>
                    <a:pt x="294" y="48"/>
                  </a:cubicBezTo>
                  <a:cubicBezTo>
                    <a:pt x="249" y="67"/>
                    <a:pt x="207" y="91"/>
                    <a:pt x="171" y="121"/>
                  </a:cubicBezTo>
                  <a:cubicBezTo>
                    <a:pt x="60" y="210"/>
                    <a:pt x="0" y="339"/>
                    <a:pt x="0" y="488"/>
                  </a:cubicBezTo>
                  <a:cubicBezTo>
                    <a:pt x="0" y="632"/>
                    <a:pt x="58" y="756"/>
                    <a:pt x="164" y="840"/>
                  </a:cubicBezTo>
                  <a:cubicBezTo>
                    <a:pt x="251" y="909"/>
                    <a:pt x="364" y="944"/>
                    <a:pt x="499" y="944"/>
                  </a:cubicBezTo>
                  <a:cubicBezTo>
                    <a:pt x="583" y="944"/>
                    <a:pt x="662" y="931"/>
                    <a:pt x="751" y="904"/>
                  </a:cubicBezTo>
                  <a:cubicBezTo>
                    <a:pt x="754" y="903"/>
                    <a:pt x="759" y="901"/>
                    <a:pt x="765" y="899"/>
                  </a:cubicBezTo>
                  <a:lnTo>
                    <a:pt x="765" y="736"/>
                  </a:lnTo>
                  <a:cubicBezTo>
                    <a:pt x="744" y="750"/>
                    <a:pt x="736" y="755"/>
                    <a:pt x="724" y="763"/>
                  </a:cubicBezTo>
                  <a:cubicBezTo>
                    <a:pt x="706" y="773"/>
                    <a:pt x="688" y="782"/>
                    <a:pt x="668" y="79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1E04FE10-677A-40F8-8E43-1902F64A8B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1" y="197"/>
              <a:ext cx="78" cy="83"/>
            </a:xfrm>
            <a:custGeom>
              <a:avLst/>
              <a:gdLst>
                <a:gd name="T0" fmla="*/ 631 w 885"/>
                <a:gd name="T1" fmla="*/ 34 h 927"/>
                <a:gd name="T2" fmla="*/ 631 w 885"/>
                <a:gd name="T3" fmla="*/ 34 h 927"/>
                <a:gd name="T4" fmla="*/ 644 w 885"/>
                <a:gd name="T5" fmla="*/ 65 h 927"/>
                <a:gd name="T6" fmla="*/ 652 w 885"/>
                <a:gd name="T7" fmla="*/ 159 h 927"/>
                <a:gd name="T8" fmla="*/ 652 w 885"/>
                <a:gd name="T9" fmla="*/ 500 h 927"/>
                <a:gd name="T10" fmla="*/ 645 w 885"/>
                <a:gd name="T11" fmla="*/ 652 h 927"/>
                <a:gd name="T12" fmla="*/ 621 w 885"/>
                <a:gd name="T13" fmla="*/ 718 h 927"/>
                <a:gd name="T14" fmla="*/ 511 w 885"/>
                <a:gd name="T15" fmla="*/ 795 h 927"/>
                <a:gd name="T16" fmla="*/ 448 w 885"/>
                <a:gd name="T17" fmla="*/ 802 h 927"/>
                <a:gd name="T18" fmla="*/ 272 w 885"/>
                <a:gd name="T19" fmla="*/ 726 h 927"/>
                <a:gd name="T20" fmla="*/ 240 w 885"/>
                <a:gd name="T21" fmla="*/ 562 h 927"/>
                <a:gd name="T22" fmla="*/ 239 w 885"/>
                <a:gd name="T23" fmla="*/ 488 h 927"/>
                <a:gd name="T24" fmla="*/ 239 w 885"/>
                <a:gd name="T25" fmla="*/ 218 h 927"/>
                <a:gd name="T26" fmla="*/ 241 w 885"/>
                <a:gd name="T27" fmla="*/ 114 h 927"/>
                <a:gd name="T28" fmla="*/ 248 w 885"/>
                <a:gd name="T29" fmla="*/ 73 h 927"/>
                <a:gd name="T30" fmla="*/ 284 w 885"/>
                <a:gd name="T31" fmla="*/ 8 h 927"/>
                <a:gd name="T32" fmla="*/ 291 w 885"/>
                <a:gd name="T33" fmla="*/ 0 h 927"/>
                <a:gd name="T34" fmla="*/ 0 w 885"/>
                <a:gd name="T35" fmla="*/ 0 h 927"/>
                <a:gd name="T36" fmla="*/ 32 w 885"/>
                <a:gd name="T37" fmla="*/ 36 h 927"/>
                <a:gd name="T38" fmla="*/ 45 w 885"/>
                <a:gd name="T39" fmla="*/ 67 h 927"/>
                <a:gd name="T40" fmla="*/ 51 w 885"/>
                <a:gd name="T41" fmla="*/ 109 h 927"/>
                <a:gd name="T42" fmla="*/ 51 w 885"/>
                <a:gd name="T43" fmla="*/ 164 h 927"/>
                <a:gd name="T44" fmla="*/ 52 w 885"/>
                <a:gd name="T45" fmla="*/ 216 h 927"/>
                <a:gd name="T46" fmla="*/ 52 w 885"/>
                <a:gd name="T47" fmla="*/ 473 h 927"/>
                <a:gd name="T48" fmla="*/ 55 w 885"/>
                <a:gd name="T49" fmla="*/ 631 h 927"/>
                <a:gd name="T50" fmla="*/ 118 w 885"/>
                <a:gd name="T51" fmla="*/ 796 h 927"/>
                <a:gd name="T52" fmla="*/ 435 w 885"/>
                <a:gd name="T53" fmla="*/ 927 h 927"/>
                <a:gd name="T54" fmla="*/ 615 w 885"/>
                <a:gd name="T55" fmla="*/ 898 h 927"/>
                <a:gd name="T56" fmla="*/ 748 w 885"/>
                <a:gd name="T57" fmla="*/ 809 h 927"/>
                <a:gd name="T58" fmla="*/ 821 w 885"/>
                <a:gd name="T59" fmla="*/ 635 h 927"/>
                <a:gd name="T60" fmla="*/ 827 w 885"/>
                <a:gd name="T61" fmla="*/ 475 h 927"/>
                <a:gd name="T62" fmla="*/ 827 w 885"/>
                <a:gd name="T63" fmla="*/ 217 h 927"/>
                <a:gd name="T64" fmla="*/ 826 w 885"/>
                <a:gd name="T65" fmla="*/ 165 h 927"/>
                <a:gd name="T66" fmla="*/ 826 w 885"/>
                <a:gd name="T67" fmla="*/ 155 h 927"/>
                <a:gd name="T68" fmla="*/ 834 w 885"/>
                <a:gd name="T69" fmla="*/ 73 h 927"/>
                <a:gd name="T70" fmla="*/ 849 w 885"/>
                <a:gd name="T71" fmla="*/ 37 h 927"/>
                <a:gd name="T72" fmla="*/ 885 w 885"/>
                <a:gd name="T73" fmla="*/ 0 h 927"/>
                <a:gd name="T74" fmla="*/ 599 w 885"/>
                <a:gd name="T75" fmla="*/ 0 h 927"/>
                <a:gd name="T76" fmla="*/ 631 w 885"/>
                <a:gd name="T77" fmla="*/ 34 h 9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85" h="927">
                  <a:moveTo>
                    <a:pt x="631" y="34"/>
                  </a:moveTo>
                  <a:lnTo>
                    <a:pt x="631" y="34"/>
                  </a:lnTo>
                  <a:cubicBezTo>
                    <a:pt x="637" y="44"/>
                    <a:pt x="641" y="54"/>
                    <a:pt x="644" y="65"/>
                  </a:cubicBezTo>
                  <a:cubicBezTo>
                    <a:pt x="650" y="87"/>
                    <a:pt x="652" y="108"/>
                    <a:pt x="652" y="159"/>
                  </a:cubicBezTo>
                  <a:lnTo>
                    <a:pt x="652" y="500"/>
                  </a:lnTo>
                  <a:cubicBezTo>
                    <a:pt x="652" y="573"/>
                    <a:pt x="650" y="617"/>
                    <a:pt x="645" y="652"/>
                  </a:cubicBezTo>
                  <a:cubicBezTo>
                    <a:pt x="641" y="676"/>
                    <a:pt x="633" y="698"/>
                    <a:pt x="621" y="718"/>
                  </a:cubicBezTo>
                  <a:cubicBezTo>
                    <a:pt x="600" y="755"/>
                    <a:pt x="559" y="783"/>
                    <a:pt x="511" y="795"/>
                  </a:cubicBezTo>
                  <a:cubicBezTo>
                    <a:pt x="492" y="800"/>
                    <a:pt x="470" y="802"/>
                    <a:pt x="448" y="802"/>
                  </a:cubicBezTo>
                  <a:cubicBezTo>
                    <a:pt x="371" y="802"/>
                    <a:pt x="304" y="773"/>
                    <a:pt x="272" y="726"/>
                  </a:cubicBezTo>
                  <a:cubicBezTo>
                    <a:pt x="248" y="690"/>
                    <a:pt x="241" y="655"/>
                    <a:pt x="240" y="562"/>
                  </a:cubicBezTo>
                  <a:lnTo>
                    <a:pt x="239" y="488"/>
                  </a:lnTo>
                  <a:lnTo>
                    <a:pt x="239" y="218"/>
                  </a:lnTo>
                  <a:cubicBezTo>
                    <a:pt x="239" y="166"/>
                    <a:pt x="239" y="141"/>
                    <a:pt x="241" y="114"/>
                  </a:cubicBezTo>
                  <a:cubicBezTo>
                    <a:pt x="242" y="98"/>
                    <a:pt x="244" y="84"/>
                    <a:pt x="248" y="73"/>
                  </a:cubicBezTo>
                  <a:cubicBezTo>
                    <a:pt x="254" y="52"/>
                    <a:pt x="269" y="25"/>
                    <a:pt x="284" y="8"/>
                  </a:cubicBezTo>
                  <a:cubicBezTo>
                    <a:pt x="286" y="6"/>
                    <a:pt x="288" y="3"/>
                    <a:pt x="291" y="0"/>
                  </a:cubicBezTo>
                  <a:lnTo>
                    <a:pt x="0" y="0"/>
                  </a:lnTo>
                  <a:cubicBezTo>
                    <a:pt x="18" y="15"/>
                    <a:pt x="23" y="21"/>
                    <a:pt x="32" y="36"/>
                  </a:cubicBezTo>
                  <a:cubicBezTo>
                    <a:pt x="38" y="46"/>
                    <a:pt x="42" y="56"/>
                    <a:pt x="45" y="67"/>
                  </a:cubicBezTo>
                  <a:cubicBezTo>
                    <a:pt x="48" y="81"/>
                    <a:pt x="51" y="95"/>
                    <a:pt x="51" y="109"/>
                  </a:cubicBezTo>
                  <a:cubicBezTo>
                    <a:pt x="51" y="117"/>
                    <a:pt x="51" y="136"/>
                    <a:pt x="51" y="164"/>
                  </a:cubicBezTo>
                  <a:lnTo>
                    <a:pt x="52" y="216"/>
                  </a:lnTo>
                  <a:lnTo>
                    <a:pt x="52" y="473"/>
                  </a:lnTo>
                  <a:cubicBezTo>
                    <a:pt x="52" y="569"/>
                    <a:pt x="52" y="593"/>
                    <a:pt x="55" y="631"/>
                  </a:cubicBezTo>
                  <a:cubicBezTo>
                    <a:pt x="61" y="697"/>
                    <a:pt x="80" y="749"/>
                    <a:pt x="118" y="796"/>
                  </a:cubicBezTo>
                  <a:cubicBezTo>
                    <a:pt x="186" y="882"/>
                    <a:pt x="295" y="927"/>
                    <a:pt x="435" y="927"/>
                  </a:cubicBezTo>
                  <a:cubicBezTo>
                    <a:pt x="501" y="927"/>
                    <a:pt x="566" y="916"/>
                    <a:pt x="615" y="898"/>
                  </a:cubicBezTo>
                  <a:cubicBezTo>
                    <a:pt x="667" y="879"/>
                    <a:pt x="714" y="847"/>
                    <a:pt x="748" y="809"/>
                  </a:cubicBezTo>
                  <a:cubicBezTo>
                    <a:pt x="790" y="763"/>
                    <a:pt x="814" y="705"/>
                    <a:pt x="821" y="635"/>
                  </a:cubicBezTo>
                  <a:cubicBezTo>
                    <a:pt x="825" y="594"/>
                    <a:pt x="827" y="545"/>
                    <a:pt x="827" y="475"/>
                  </a:cubicBezTo>
                  <a:lnTo>
                    <a:pt x="827" y="217"/>
                  </a:lnTo>
                  <a:lnTo>
                    <a:pt x="826" y="165"/>
                  </a:lnTo>
                  <a:lnTo>
                    <a:pt x="826" y="155"/>
                  </a:lnTo>
                  <a:cubicBezTo>
                    <a:pt x="826" y="117"/>
                    <a:pt x="828" y="94"/>
                    <a:pt x="834" y="73"/>
                  </a:cubicBezTo>
                  <a:cubicBezTo>
                    <a:pt x="837" y="61"/>
                    <a:pt x="842" y="48"/>
                    <a:pt x="849" y="37"/>
                  </a:cubicBezTo>
                  <a:cubicBezTo>
                    <a:pt x="859" y="22"/>
                    <a:pt x="866" y="15"/>
                    <a:pt x="885" y="0"/>
                  </a:cubicBezTo>
                  <a:lnTo>
                    <a:pt x="599" y="0"/>
                  </a:lnTo>
                  <a:cubicBezTo>
                    <a:pt x="616" y="13"/>
                    <a:pt x="622" y="20"/>
                    <a:pt x="631" y="3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41247AD3-2593-4B15-AE2E-32BD9D2413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1" y="197"/>
              <a:ext cx="77" cy="80"/>
            </a:xfrm>
            <a:custGeom>
              <a:avLst/>
              <a:gdLst>
                <a:gd name="T0" fmla="*/ 654 w 865"/>
                <a:gd name="T1" fmla="*/ 771 h 897"/>
                <a:gd name="T2" fmla="*/ 654 w 865"/>
                <a:gd name="T3" fmla="*/ 771 h 897"/>
                <a:gd name="T4" fmla="*/ 513 w 865"/>
                <a:gd name="T5" fmla="*/ 783 h 897"/>
                <a:gd name="T6" fmla="*/ 442 w 865"/>
                <a:gd name="T7" fmla="*/ 784 h 897"/>
                <a:gd name="T8" fmla="*/ 304 w 865"/>
                <a:gd name="T9" fmla="*/ 784 h 897"/>
                <a:gd name="T10" fmla="*/ 848 w 865"/>
                <a:gd name="T11" fmla="*/ 0 h 897"/>
                <a:gd name="T12" fmla="*/ 143 w 865"/>
                <a:gd name="T13" fmla="*/ 0 h 897"/>
                <a:gd name="T14" fmla="*/ 56 w 865"/>
                <a:gd name="T15" fmla="*/ 191 h 897"/>
                <a:gd name="T16" fmla="*/ 121 w 865"/>
                <a:gd name="T17" fmla="*/ 160 h 897"/>
                <a:gd name="T18" fmla="*/ 248 w 865"/>
                <a:gd name="T19" fmla="*/ 124 h 897"/>
                <a:gd name="T20" fmla="*/ 375 w 865"/>
                <a:gd name="T21" fmla="*/ 113 h 897"/>
                <a:gd name="T22" fmla="*/ 444 w 865"/>
                <a:gd name="T23" fmla="*/ 112 h 897"/>
                <a:gd name="T24" fmla="*/ 549 w 865"/>
                <a:gd name="T25" fmla="*/ 112 h 897"/>
                <a:gd name="T26" fmla="*/ 0 w 865"/>
                <a:gd name="T27" fmla="*/ 897 h 897"/>
                <a:gd name="T28" fmla="*/ 776 w 865"/>
                <a:gd name="T29" fmla="*/ 897 h 897"/>
                <a:gd name="T30" fmla="*/ 865 w 865"/>
                <a:gd name="T31" fmla="*/ 692 h 897"/>
                <a:gd name="T32" fmla="*/ 800 w 865"/>
                <a:gd name="T33" fmla="*/ 727 h 897"/>
                <a:gd name="T34" fmla="*/ 654 w 865"/>
                <a:gd name="T35" fmla="*/ 771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65" h="897">
                  <a:moveTo>
                    <a:pt x="654" y="771"/>
                  </a:moveTo>
                  <a:lnTo>
                    <a:pt x="654" y="771"/>
                  </a:lnTo>
                  <a:cubicBezTo>
                    <a:pt x="614" y="778"/>
                    <a:pt x="569" y="782"/>
                    <a:pt x="513" y="783"/>
                  </a:cubicBezTo>
                  <a:cubicBezTo>
                    <a:pt x="495" y="784"/>
                    <a:pt x="471" y="784"/>
                    <a:pt x="442" y="784"/>
                  </a:cubicBezTo>
                  <a:lnTo>
                    <a:pt x="304" y="784"/>
                  </a:lnTo>
                  <a:lnTo>
                    <a:pt x="848" y="0"/>
                  </a:lnTo>
                  <a:lnTo>
                    <a:pt x="143" y="0"/>
                  </a:lnTo>
                  <a:lnTo>
                    <a:pt x="56" y="191"/>
                  </a:lnTo>
                  <a:cubicBezTo>
                    <a:pt x="85" y="176"/>
                    <a:pt x="96" y="170"/>
                    <a:pt x="121" y="160"/>
                  </a:cubicBezTo>
                  <a:cubicBezTo>
                    <a:pt x="162" y="144"/>
                    <a:pt x="206" y="132"/>
                    <a:pt x="248" y="124"/>
                  </a:cubicBezTo>
                  <a:cubicBezTo>
                    <a:pt x="285" y="118"/>
                    <a:pt x="319" y="115"/>
                    <a:pt x="375" y="113"/>
                  </a:cubicBezTo>
                  <a:cubicBezTo>
                    <a:pt x="400" y="112"/>
                    <a:pt x="423" y="112"/>
                    <a:pt x="444" y="112"/>
                  </a:cubicBezTo>
                  <a:lnTo>
                    <a:pt x="549" y="112"/>
                  </a:lnTo>
                  <a:lnTo>
                    <a:pt x="0" y="897"/>
                  </a:lnTo>
                  <a:lnTo>
                    <a:pt x="776" y="897"/>
                  </a:lnTo>
                  <a:lnTo>
                    <a:pt x="865" y="692"/>
                  </a:lnTo>
                  <a:cubicBezTo>
                    <a:pt x="834" y="710"/>
                    <a:pt x="823" y="716"/>
                    <a:pt x="800" y="727"/>
                  </a:cubicBezTo>
                  <a:cubicBezTo>
                    <a:pt x="754" y="747"/>
                    <a:pt x="705" y="762"/>
                    <a:pt x="654" y="77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0" name="Freeform 12">
              <a:extLst>
                <a:ext uri="{FF2B5EF4-FFF2-40B4-BE49-F238E27FC236}">
                  <a16:creationId xmlns:a16="http://schemas.microsoft.com/office/drawing/2014/main" id="{572ADC10-CD08-4D6A-B222-9D3819CDFD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0" y="167"/>
              <a:ext cx="18" cy="18"/>
            </a:xfrm>
            <a:custGeom>
              <a:avLst/>
              <a:gdLst>
                <a:gd name="T0" fmla="*/ 102 w 203"/>
                <a:gd name="T1" fmla="*/ 189 h 203"/>
                <a:gd name="T2" fmla="*/ 102 w 203"/>
                <a:gd name="T3" fmla="*/ 189 h 203"/>
                <a:gd name="T4" fmla="*/ 17 w 203"/>
                <a:gd name="T5" fmla="*/ 102 h 203"/>
                <a:gd name="T6" fmla="*/ 102 w 203"/>
                <a:gd name="T7" fmla="*/ 15 h 203"/>
                <a:gd name="T8" fmla="*/ 187 w 203"/>
                <a:gd name="T9" fmla="*/ 102 h 203"/>
                <a:gd name="T10" fmla="*/ 102 w 203"/>
                <a:gd name="T11" fmla="*/ 189 h 203"/>
                <a:gd name="T12" fmla="*/ 102 w 203"/>
                <a:gd name="T13" fmla="*/ 189 h 203"/>
                <a:gd name="T14" fmla="*/ 102 w 203"/>
                <a:gd name="T15" fmla="*/ 0 h 203"/>
                <a:gd name="T16" fmla="*/ 102 w 203"/>
                <a:gd name="T17" fmla="*/ 0 h 203"/>
                <a:gd name="T18" fmla="*/ 0 w 203"/>
                <a:gd name="T19" fmla="*/ 102 h 203"/>
                <a:gd name="T20" fmla="*/ 102 w 203"/>
                <a:gd name="T21" fmla="*/ 203 h 203"/>
                <a:gd name="T22" fmla="*/ 203 w 203"/>
                <a:gd name="T23" fmla="*/ 102 h 203"/>
                <a:gd name="T24" fmla="*/ 102 w 203"/>
                <a:gd name="T25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3" h="203">
                  <a:moveTo>
                    <a:pt x="102" y="189"/>
                  </a:moveTo>
                  <a:lnTo>
                    <a:pt x="102" y="189"/>
                  </a:lnTo>
                  <a:cubicBezTo>
                    <a:pt x="54" y="189"/>
                    <a:pt x="17" y="154"/>
                    <a:pt x="17" y="102"/>
                  </a:cubicBezTo>
                  <a:cubicBezTo>
                    <a:pt x="17" y="50"/>
                    <a:pt x="54" y="15"/>
                    <a:pt x="102" y="15"/>
                  </a:cubicBezTo>
                  <a:cubicBezTo>
                    <a:pt x="150" y="15"/>
                    <a:pt x="187" y="50"/>
                    <a:pt x="187" y="102"/>
                  </a:cubicBezTo>
                  <a:cubicBezTo>
                    <a:pt x="187" y="154"/>
                    <a:pt x="150" y="189"/>
                    <a:pt x="102" y="189"/>
                  </a:cubicBezTo>
                  <a:lnTo>
                    <a:pt x="102" y="189"/>
                  </a:lnTo>
                  <a:close/>
                  <a:moveTo>
                    <a:pt x="102" y="0"/>
                  </a:moveTo>
                  <a:lnTo>
                    <a:pt x="102" y="0"/>
                  </a:lnTo>
                  <a:cubicBezTo>
                    <a:pt x="46" y="0"/>
                    <a:pt x="0" y="42"/>
                    <a:pt x="0" y="102"/>
                  </a:cubicBezTo>
                  <a:cubicBezTo>
                    <a:pt x="0" y="162"/>
                    <a:pt x="46" y="203"/>
                    <a:pt x="102" y="203"/>
                  </a:cubicBezTo>
                  <a:cubicBezTo>
                    <a:pt x="158" y="203"/>
                    <a:pt x="203" y="162"/>
                    <a:pt x="203" y="102"/>
                  </a:cubicBezTo>
                  <a:cubicBezTo>
                    <a:pt x="203" y="42"/>
                    <a:pt x="158" y="0"/>
                    <a:pt x="10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1" name="Freeform 13">
              <a:extLst>
                <a:ext uri="{FF2B5EF4-FFF2-40B4-BE49-F238E27FC236}">
                  <a16:creationId xmlns:a16="http://schemas.microsoft.com/office/drawing/2014/main" id="{398F446D-EC4D-4BFB-87DA-8DE6584F8CF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6" y="171"/>
              <a:ext cx="7" cy="9"/>
            </a:xfrm>
            <a:custGeom>
              <a:avLst/>
              <a:gdLst>
                <a:gd name="T0" fmla="*/ 40 w 87"/>
                <a:gd name="T1" fmla="*/ 50 h 107"/>
                <a:gd name="T2" fmla="*/ 40 w 87"/>
                <a:gd name="T3" fmla="*/ 50 h 107"/>
                <a:gd name="T4" fmla="*/ 15 w 87"/>
                <a:gd name="T5" fmla="*/ 50 h 107"/>
                <a:gd name="T6" fmla="*/ 15 w 87"/>
                <a:gd name="T7" fmla="*/ 16 h 107"/>
                <a:gd name="T8" fmla="*/ 38 w 87"/>
                <a:gd name="T9" fmla="*/ 16 h 107"/>
                <a:gd name="T10" fmla="*/ 66 w 87"/>
                <a:gd name="T11" fmla="*/ 33 h 107"/>
                <a:gd name="T12" fmla="*/ 40 w 87"/>
                <a:gd name="T13" fmla="*/ 50 h 107"/>
                <a:gd name="T14" fmla="*/ 40 w 87"/>
                <a:gd name="T15" fmla="*/ 50 h 107"/>
                <a:gd name="T16" fmla="*/ 83 w 87"/>
                <a:gd name="T17" fmla="*/ 33 h 107"/>
                <a:gd name="T18" fmla="*/ 83 w 87"/>
                <a:gd name="T19" fmla="*/ 33 h 107"/>
                <a:gd name="T20" fmla="*/ 32 w 87"/>
                <a:gd name="T21" fmla="*/ 0 h 107"/>
                <a:gd name="T22" fmla="*/ 0 w 87"/>
                <a:gd name="T23" fmla="*/ 0 h 107"/>
                <a:gd name="T24" fmla="*/ 0 w 87"/>
                <a:gd name="T25" fmla="*/ 107 h 107"/>
                <a:gd name="T26" fmla="*/ 15 w 87"/>
                <a:gd name="T27" fmla="*/ 107 h 107"/>
                <a:gd name="T28" fmla="*/ 15 w 87"/>
                <a:gd name="T29" fmla="*/ 66 h 107"/>
                <a:gd name="T30" fmla="*/ 44 w 87"/>
                <a:gd name="T31" fmla="*/ 66 h 107"/>
                <a:gd name="T32" fmla="*/ 46 w 87"/>
                <a:gd name="T33" fmla="*/ 65 h 107"/>
                <a:gd name="T34" fmla="*/ 69 w 87"/>
                <a:gd name="T35" fmla="*/ 107 h 107"/>
                <a:gd name="T36" fmla="*/ 87 w 87"/>
                <a:gd name="T37" fmla="*/ 107 h 107"/>
                <a:gd name="T38" fmla="*/ 62 w 87"/>
                <a:gd name="T39" fmla="*/ 62 h 107"/>
                <a:gd name="T40" fmla="*/ 83 w 87"/>
                <a:gd name="T41" fmla="*/ 3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7" h="107">
                  <a:moveTo>
                    <a:pt x="40" y="50"/>
                  </a:moveTo>
                  <a:lnTo>
                    <a:pt x="40" y="50"/>
                  </a:lnTo>
                  <a:lnTo>
                    <a:pt x="15" y="50"/>
                  </a:lnTo>
                  <a:lnTo>
                    <a:pt x="15" y="16"/>
                  </a:lnTo>
                  <a:lnTo>
                    <a:pt x="38" y="16"/>
                  </a:lnTo>
                  <a:cubicBezTo>
                    <a:pt x="54" y="16"/>
                    <a:pt x="66" y="19"/>
                    <a:pt x="66" y="33"/>
                  </a:cubicBezTo>
                  <a:cubicBezTo>
                    <a:pt x="66" y="45"/>
                    <a:pt x="58" y="50"/>
                    <a:pt x="40" y="50"/>
                  </a:cubicBezTo>
                  <a:lnTo>
                    <a:pt x="40" y="50"/>
                  </a:lnTo>
                  <a:close/>
                  <a:moveTo>
                    <a:pt x="83" y="33"/>
                  </a:moveTo>
                  <a:lnTo>
                    <a:pt x="83" y="33"/>
                  </a:lnTo>
                  <a:cubicBezTo>
                    <a:pt x="83" y="5"/>
                    <a:pt x="64" y="0"/>
                    <a:pt x="32" y="0"/>
                  </a:cubicBezTo>
                  <a:lnTo>
                    <a:pt x="0" y="0"/>
                  </a:lnTo>
                  <a:lnTo>
                    <a:pt x="0" y="107"/>
                  </a:lnTo>
                  <a:lnTo>
                    <a:pt x="15" y="107"/>
                  </a:lnTo>
                  <a:lnTo>
                    <a:pt x="15" y="66"/>
                  </a:lnTo>
                  <a:lnTo>
                    <a:pt x="44" y="66"/>
                  </a:lnTo>
                  <a:cubicBezTo>
                    <a:pt x="45" y="66"/>
                    <a:pt x="46" y="66"/>
                    <a:pt x="46" y="65"/>
                  </a:cubicBezTo>
                  <a:lnTo>
                    <a:pt x="69" y="107"/>
                  </a:lnTo>
                  <a:lnTo>
                    <a:pt x="87" y="107"/>
                  </a:lnTo>
                  <a:lnTo>
                    <a:pt x="62" y="62"/>
                  </a:lnTo>
                  <a:cubicBezTo>
                    <a:pt x="76" y="56"/>
                    <a:pt x="83" y="45"/>
                    <a:pt x="83" y="3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</p:grpSp>
      <p:sp>
        <p:nvSpPr>
          <p:cNvPr id="37" name="Picture Placeholder 23">
            <a:extLst>
              <a:ext uri="{FF2B5EF4-FFF2-40B4-BE49-F238E27FC236}">
                <a16:creationId xmlns:a16="http://schemas.microsoft.com/office/drawing/2014/main" id="{632F94C8-BFF9-44C4-AD1A-92E5E5E20C6E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6813533" y="1274619"/>
            <a:ext cx="5039466" cy="5040000"/>
          </a:xfrm>
          <a:custGeom>
            <a:avLst/>
            <a:gdLst>
              <a:gd name="connsiteX0" fmla="*/ 991609 w 1983218"/>
              <a:gd name="connsiteY0" fmla="*/ 0 h 1983428"/>
              <a:gd name="connsiteX1" fmla="*/ 1983218 w 1983218"/>
              <a:gd name="connsiteY1" fmla="*/ 991609 h 1983428"/>
              <a:gd name="connsiteX2" fmla="*/ 991399 w 1983218"/>
              <a:gd name="connsiteY2" fmla="*/ 1983428 h 1983428"/>
              <a:gd name="connsiteX3" fmla="*/ 237390 w 1983218"/>
              <a:gd name="connsiteY3" fmla="*/ 1635494 h 1983428"/>
              <a:gd name="connsiteX4" fmla="*/ 287345 w 1983218"/>
              <a:gd name="connsiteY4" fmla="*/ 1620941 h 1983428"/>
              <a:gd name="connsiteX5" fmla="*/ 339399 w 1983218"/>
              <a:gd name="connsiteY5" fmla="*/ 1616744 h 1983428"/>
              <a:gd name="connsiteX6" fmla="*/ 446934 w 1983218"/>
              <a:gd name="connsiteY6" fmla="*/ 1627798 h 1983428"/>
              <a:gd name="connsiteX7" fmla="*/ 538448 w 1983218"/>
              <a:gd name="connsiteY7" fmla="*/ 1637663 h 1983428"/>
              <a:gd name="connsiteX8" fmla="*/ 542996 w 1983218"/>
              <a:gd name="connsiteY8" fmla="*/ 1637593 h 1983428"/>
              <a:gd name="connsiteX9" fmla="*/ 620377 w 1983218"/>
              <a:gd name="connsiteY9" fmla="*/ 1612126 h 1983428"/>
              <a:gd name="connsiteX10" fmla="*/ 672640 w 1983218"/>
              <a:gd name="connsiteY10" fmla="*/ 1542861 h 1983428"/>
              <a:gd name="connsiteX11" fmla="*/ 686703 w 1983218"/>
              <a:gd name="connsiteY11" fmla="*/ 1502981 h 1983428"/>
              <a:gd name="connsiteX12" fmla="*/ 672570 w 1983218"/>
              <a:gd name="connsiteY12" fmla="*/ 1499413 h 1983428"/>
              <a:gd name="connsiteX13" fmla="*/ 667883 w 1983218"/>
              <a:gd name="connsiteY13" fmla="*/ 1508928 h 1983428"/>
              <a:gd name="connsiteX14" fmla="*/ 620517 w 1983218"/>
              <a:gd name="connsiteY14" fmla="*/ 1562941 h 1983428"/>
              <a:gd name="connsiteX15" fmla="*/ 586304 w 1983218"/>
              <a:gd name="connsiteY15" fmla="*/ 1579382 h 1983428"/>
              <a:gd name="connsiteX16" fmla="*/ 530752 w 1983218"/>
              <a:gd name="connsiteY16" fmla="*/ 1586029 h 1983428"/>
              <a:gd name="connsiteX17" fmla="*/ 488703 w 1983218"/>
              <a:gd name="connsiteY17" fmla="*/ 1584560 h 1983428"/>
              <a:gd name="connsiteX18" fmla="*/ 441757 w 1983218"/>
              <a:gd name="connsiteY18" fmla="*/ 1581621 h 1983428"/>
              <a:gd name="connsiteX19" fmla="*/ 392992 w 1983218"/>
              <a:gd name="connsiteY19" fmla="*/ 1579662 h 1983428"/>
              <a:gd name="connsiteX20" fmla="*/ 355001 w 1983218"/>
              <a:gd name="connsiteY20" fmla="*/ 1581551 h 1983428"/>
              <a:gd name="connsiteX21" fmla="*/ 619327 w 1983218"/>
              <a:gd name="connsiteY21" fmla="*/ 1228160 h 1983428"/>
              <a:gd name="connsiteX22" fmla="*/ 286715 w 1983218"/>
              <a:gd name="connsiteY22" fmla="*/ 1228160 h 1983428"/>
              <a:gd name="connsiteX23" fmla="*/ 260688 w 1983218"/>
              <a:gd name="connsiteY23" fmla="*/ 1328349 h 1983428"/>
              <a:gd name="connsiteX24" fmla="*/ 276221 w 1983218"/>
              <a:gd name="connsiteY24" fmla="*/ 1331847 h 1983428"/>
              <a:gd name="connsiteX25" fmla="*/ 280558 w 1983218"/>
              <a:gd name="connsiteY25" fmla="*/ 1323592 h 1983428"/>
              <a:gd name="connsiteX26" fmla="*/ 313092 w 1983218"/>
              <a:gd name="connsiteY26" fmla="*/ 1284901 h 1983428"/>
              <a:gd name="connsiteX27" fmla="*/ 345625 w 1983218"/>
              <a:gd name="connsiteY27" fmla="*/ 1271608 h 1983428"/>
              <a:gd name="connsiteX28" fmla="*/ 424825 w 1983218"/>
              <a:gd name="connsiteY28" fmla="*/ 1265451 h 1983428"/>
              <a:gd name="connsiteX29" fmla="*/ 453161 w 1983218"/>
              <a:gd name="connsiteY29" fmla="*/ 1265521 h 1983428"/>
              <a:gd name="connsiteX30" fmla="*/ 481777 w 1983218"/>
              <a:gd name="connsiteY30" fmla="*/ 1265451 h 1983428"/>
              <a:gd name="connsiteX31" fmla="*/ 218150 w 1983218"/>
              <a:gd name="connsiteY31" fmla="*/ 1611846 h 1983428"/>
              <a:gd name="connsiteX32" fmla="*/ 0 w 1983218"/>
              <a:gd name="connsiteY32" fmla="*/ 991609 h 1983428"/>
              <a:gd name="connsiteX33" fmla="*/ 991609 w 1983218"/>
              <a:gd name="connsiteY33" fmla="*/ 0 h 1983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983218" h="1983428">
                <a:moveTo>
                  <a:pt x="991609" y="0"/>
                </a:moveTo>
                <a:cubicBezTo>
                  <a:pt x="1539293" y="0"/>
                  <a:pt x="1983218" y="443996"/>
                  <a:pt x="1983218" y="991609"/>
                </a:cubicBezTo>
                <a:cubicBezTo>
                  <a:pt x="1983218" y="1539293"/>
                  <a:pt x="1539293" y="1983218"/>
                  <a:pt x="991399" y="1983428"/>
                </a:cubicBezTo>
                <a:cubicBezTo>
                  <a:pt x="689502" y="1983428"/>
                  <a:pt x="419298" y="1848327"/>
                  <a:pt x="237390" y="1635494"/>
                </a:cubicBezTo>
                <a:cubicBezTo>
                  <a:pt x="256211" y="1627098"/>
                  <a:pt x="265516" y="1624370"/>
                  <a:pt x="287345" y="1620941"/>
                </a:cubicBezTo>
                <a:cubicBezTo>
                  <a:pt x="304696" y="1618073"/>
                  <a:pt x="321418" y="1616744"/>
                  <a:pt x="339399" y="1616744"/>
                </a:cubicBezTo>
                <a:cubicBezTo>
                  <a:pt x="366265" y="1616744"/>
                  <a:pt x="393481" y="1619542"/>
                  <a:pt x="446934" y="1627798"/>
                </a:cubicBezTo>
                <a:cubicBezTo>
                  <a:pt x="499548" y="1635844"/>
                  <a:pt x="516479" y="1637663"/>
                  <a:pt x="538448" y="1637663"/>
                </a:cubicBezTo>
                <a:lnTo>
                  <a:pt x="542996" y="1637593"/>
                </a:lnTo>
                <a:cubicBezTo>
                  <a:pt x="572661" y="1637103"/>
                  <a:pt x="597708" y="1628917"/>
                  <a:pt x="620377" y="1612126"/>
                </a:cubicBezTo>
                <a:cubicBezTo>
                  <a:pt x="642416" y="1595824"/>
                  <a:pt x="658437" y="1574555"/>
                  <a:pt x="672640" y="1542861"/>
                </a:cubicBezTo>
                <a:cubicBezTo>
                  <a:pt x="679707" y="1527189"/>
                  <a:pt x="682086" y="1520472"/>
                  <a:pt x="686703" y="1502981"/>
                </a:cubicBezTo>
                <a:lnTo>
                  <a:pt x="672570" y="1499413"/>
                </a:lnTo>
                <a:cubicBezTo>
                  <a:pt x="670681" y="1503681"/>
                  <a:pt x="668932" y="1506829"/>
                  <a:pt x="667883" y="1508928"/>
                </a:cubicBezTo>
                <a:cubicBezTo>
                  <a:pt x="657108" y="1529568"/>
                  <a:pt x="639057" y="1550067"/>
                  <a:pt x="620517" y="1562941"/>
                </a:cubicBezTo>
                <a:cubicBezTo>
                  <a:pt x="609882" y="1570077"/>
                  <a:pt x="598408" y="1575674"/>
                  <a:pt x="586304" y="1579382"/>
                </a:cubicBezTo>
                <a:cubicBezTo>
                  <a:pt x="570702" y="1584140"/>
                  <a:pt x="554960" y="1586029"/>
                  <a:pt x="530752" y="1586029"/>
                </a:cubicBezTo>
                <a:cubicBezTo>
                  <a:pt x="519907" y="1586029"/>
                  <a:pt x="505565" y="1585539"/>
                  <a:pt x="488703" y="1584560"/>
                </a:cubicBezTo>
                <a:lnTo>
                  <a:pt x="441757" y="1581621"/>
                </a:lnTo>
                <a:cubicBezTo>
                  <a:pt x="419998" y="1580362"/>
                  <a:pt x="403696" y="1579662"/>
                  <a:pt x="392992" y="1579662"/>
                </a:cubicBezTo>
                <a:cubicBezTo>
                  <a:pt x="379069" y="1579662"/>
                  <a:pt x="372142" y="1580012"/>
                  <a:pt x="355001" y="1581551"/>
                </a:cubicBezTo>
                <a:lnTo>
                  <a:pt x="619327" y="1228160"/>
                </a:lnTo>
                <a:lnTo>
                  <a:pt x="286715" y="1228160"/>
                </a:lnTo>
                <a:lnTo>
                  <a:pt x="260688" y="1328349"/>
                </a:lnTo>
                <a:lnTo>
                  <a:pt x="276221" y="1331847"/>
                </a:lnTo>
                <a:cubicBezTo>
                  <a:pt x="278110" y="1327999"/>
                  <a:pt x="279579" y="1325411"/>
                  <a:pt x="280558" y="1323592"/>
                </a:cubicBezTo>
                <a:cubicBezTo>
                  <a:pt x="289234" y="1308059"/>
                  <a:pt x="302527" y="1292317"/>
                  <a:pt x="313092" y="1284901"/>
                </a:cubicBezTo>
                <a:cubicBezTo>
                  <a:pt x="322117" y="1278534"/>
                  <a:pt x="333172" y="1274057"/>
                  <a:pt x="345625" y="1271608"/>
                </a:cubicBezTo>
                <a:cubicBezTo>
                  <a:pt x="366125" y="1267620"/>
                  <a:pt x="394531" y="1265451"/>
                  <a:pt x="424825" y="1265451"/>
                </a:cubicBezTo>
                <a:lnTo>
                  <a:pt x="453161" y="1265521"/>
                </a:lnTo>
                <a:lnTo>
                  <a:pt x="481777" y="1265451"/>
                </a:lnTo>
                <a:lnTo>
                  <a:pt x="218150" y="1611846"/>
                </a:lnTo>
                <a:cubicBezTo>
                  <a:pt x="81789" y="1441972"/>
                  <a:pt x="0" y="1226411"/>
                  <a:pt x="0" y="991609"/>
                </a:cubicBezTo>
                <a:cubicBezTo>
                  <a:pt x="0" y="443996"/>
                  <a:pt x="443996" y="0"/>
                  <a:pt x="99160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2940119E-5F10-4EB4-B937-FD54D14501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5" name="Footer Placeholder 3">
            <a:extLst>
              <a:ext uri="{FF2B5EF4-FFF2-40B4-BE49-F238E27FC236}">
                <a16:creationId xmlns:a16="http://schemas.microsoft.com/office/drawing/2014/main" id="{40454D8E-1F3F-4D16-AA7F-FBF0AED1BC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941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box, Safe Space imag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824" y="1206178"/>
            <a:ext cx="5573967" cy="5040145"/>
          </a:xfrm>
        </p:spPr>
        <p:txBody>
          <a:bodyPr lIns="72000" tIns="72000" rIns="72000" bIns="72000"/>
          <a:lstStyle>
            <a:lvl1pPr>
              <a:defRPr sz="1800">
                <a:latin typeface="+mn-lt"/>
                <a:cs typeface="Arial" panose="020B0604020202020204" pitchFamily="34" charset="0"/>
              </a:defRPr>
            </a:lvl1pPr>
            <a:lvl2pPr>
              <a:defRPr sz="1600">
                <a:latin typeface="+mn-lt"/>
                <a:cs typeface="Arial" panose="020B0604020202020204" pitchFamily="34" charset="0"/>
              </a:defRPr>
            </a:lvl2pPr>
            <a:lvl3pPr>
              <a:defRPr sz="1400">
                <a:latin typeface="+mn-lt"/>
                <a:cs typeface="Arial" panose="020B0604020202020204" pitchFamily="34" charset="0"/>
              </a:defRPr>
            </a:lvl3pPr>
            <a:lvl4pPr>
              <a:defRPr sz="1200">
                <a:latin typeface="+mn-lt"/>
                <a:cs typeface="Arial" panose="020B0604020202020204" pitchFamily="34" charset="0"/>
              </a:defRPr>
            </a:lvl4pPr>
            <a:lvl5pPr>
              <a:defRPr sz="12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C29EECA6-DA60-0545-94DA-DA2F8B812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659" y="260268"/>
            <a:ext cx="9586415" cy="332399"/>
          </a:xfrm>
        </p:spPr>
        <p:txBody>
          <a:bodyPr>
            <a:spAutoFit/>
          </a:bodyPr>
          <a:lstStyle>
            <a:lvl1pPr>
              <a:defRPr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78EE7002-C39A-5A48-B25E-20539A4FFD23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252658" y="610597"/>
            <a:ext cx="9586415" cy="33239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 i="0">
                <a:solidFill>
                  <a:srgbClr val="2167AE"/>
                </a:solidFill>
                <a:latin typeface="+mn-lt"/>
                <a:cs typeface="Arial" panose="020B0604020202020204" pitchFamily="34" charset="0"/>
              </a:defRPr>
            </a:lvl1pPr>
            <a:lvl2pPr marL="3428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399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noProof="0" dirty="0"/>
          </a:p>
        </p:txBody>
      </p:sp>
      <p:grpSp>
        <p:nvGrpSpPr>
          <p:cNvPr id="19" name="Group 4">
            <a:extLst>
              <a:ext uri="{FF2B5EF4-FFF2-40B4-BE49-F238E27FC236}">
                <a16:creationId xmlns:a16="http://schemas.microsoft.com/office/drawing/2014/main" id="{7F57E830-3329-4063-98C7-AA1FC1445B7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178596" y="158751"/>
            <a:ext cx="1773767" cy="683683"/>
            <a:chOff x="79" y="75"/>
            <a:chExt cx="838" cy="323"/>
          </a:xfrm>
          <a:solidFill>
            <a:schemeClr val="accent1"/>
          </a:solidFill>
        </p:grpSpPr>
        <p:sp>
          <p:nvSpPr>
            <p:cNvPr id="22" name="AutoShape 3">
              <a:extLst>
                <a:ext uri="{FF2B5EF4-FFF2-40B4-BE49-F238E27FC236}">
                  <a16:creationId xmlns:a16="http://schemas.microsoft.com/office/drawing/2014/main" id="{688840B2-0A92-4968-8A8C-8571322121EC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9" y="75"/>
              <a:ext cx="838" cy="3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41BDBAC3-497E-41B0-8987-40DE00FB5A7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9" y="155"/>
              <a:ext cx="163" cy="164"/>
            </a:xfrm>
            <a:custGeom>
              <a:avLst/>
              <a:gdLst>
                <a:gd name="T0" fmla="*/ 920 w 1841"/>
                <a:gd name="T1" fmla="*/ 0 h 1842"/>
                <a:gd name="T2" fmla="*/ 920 w 1841"/>
                <a:gd name="T3" fmla="*/ 0 h 1842"/>
                <a:gd name="T4" fmla="*/ 0 w 1841"/>
                <a:gd name="T5" fmla="*/ 921 h 1842"/>
                <a:gd name="T6" fmla="*/ 0 w 1841"/>
                <a:gd name="T7" fmla="*/ 921 h 1842"/>
                <a:gd name="T8" fmla="*/ 188 w 1841"/>
                <a:gd name="T9" fmla="*/ 1479 h 1842"/>
                <a:gd name="T10" fmla="*/ 954 w 1841"/>
                <a:gd name="T11" fmla="*/ 473 h 1842"/>
                <a:gd name="T12" fmla="*/ 871 w 1841"/>
                <a:gd name="T13" fmla="*/ 474 h 1842"/>
                <a:gd name="T14" fmla="*/ 790 w 1841"/>
                <a:gd name="T15" fmla="*/ 473 h 1842"/>
                <a:gd name="T16" fmla="*/ 561 w 1841"/>
                <a:gd name="T17" fmla="*/ 491 h 1842"/>
                <a:gd name="T18" fmla="*/ 467 w 1841"/>
                <a:gd name="T19" fmla="*/ 530 h 1842"/>
                <a:gd name="T20" fmla="*/ 374 w 1841"/>
                <a:gd name="T21" fmla="*/ 641 h 1842"/>
                <a:gd name="T22" fmla="*/ 361 w 1841"/>
                <a:gd name="T23" fmla="*/ 665 h 1842"/>
                <a:gd name="T24" fmla="*/ 316 w 1841"/>
                <a:gd name="T25" fmla="*/ 655 h 1842"/>
                <a:gd name="T26" fmla="*/ 392 w 1841"/>
                <a:gd name="T27" fmla="*/ 366 h 1842"/>
                <a:gd name="T28" fmla="*/ 1350 w 1841"/>
                <a:gd name="T29" fmla="*/ 366 h 1842"/>
                <a:gd name="T30" fmla="*/ 588 w 1841"/>
                <a:gd name="T31" fmla="*/ 1385 h 1842"/>
                <a:gd name="T32" fmla="*/ 698 w 1841"/>
                <a:gd name="T33" fmla="*/ 1379 h 1842"/>
                <a:gd name="T34" fmla="*/ 839 w 1841"/>
                <a:gd name="T35" fmla="*/ 1385 h 1842"/>
                <a:gd name="T36" fmla="*/ 974 w 1841"/>
                <a:gd name="T37" fmla="*/ 1393 h 1842"/>
                <a:gd name="T38" fmla="*/ 1095 w 1841"/>
                <a:gd name="T39" fmla="*/ 1397 h 1842"/>
                <a:gd name="T40" fmla="*/ 1255 w 1841"/>
                <a:gd name="T41" fmla="*/ 1378 h 1842"/>
                <a:gd name="T42" fmla="*/ 1354 w 1841"/>
                <a:gd name="T43" fmla="*/ 1331 h 1842"/>
                <a:gd name="T44" fmla="*/ 1491 w 1841"/>
                <a:gd name="T45" fmla="*/ 1175 h 1842"/>
                <a:gd name="T46" fmla="*/ 1504 w 1841"/>
                <a:gd name="T47" fmla="*/ 1147 h 1842"/>
                <a:gd name="T48" fmla="*/ 1545 w 1841"/>
                <a:gd name="T49" fmla="*/ 1158 h 1842"/>
                <a:gd name="T50" fmla="*/ 1505 w 1841"/>
                <a:gd name="T51" fmla="*/ 1273 h 1842"/>
                <a:gd name="T52" fmla="*/ 1354 w 1841"/>
                <a:gd name="T53" fmla="*/ 1472 h 1842"/>
                <a:gd name="T54" fmla="*/ 1131 w 1841"/>
                <a:gd name="T55" fmla="*/ 1546 h 1842"/>
                <a:gd name="T56" fmla="*/ 1118 w 1841"/>
                <a:gd name="T57" fmla="*/ 1546 h 1842"/>
                <a:gd name="T58" fmla="*/ 854 w 1841"/>
                <a:gd name="T59" fmla="*/ 1518 h 1842"/>
                <a:gd name="T60" fmla="*/ 544 w 1841"/>
                <a:gd name="T61" fmla="*/ 1486 h 1842"/>
                <a:gd name="T62" fmla="*/ 394 w 1841"/>
                <a:gd name="T63" fmla="*/ 1498 h 1842"/>
                <a:gd name="T64" fmla="*/ 242 w 1841"/>
                <a:gd name="T65" fmla="*/ 1543 h 1842"/>
                <a:gd name="T66" fmla="*/ 920 w 1841"/>
                <a:gd name="T67" fmla="*/ 1842 h 1842"/>
                <a:gd name="T68" fmla="*/ 1841 w 1841"/>
                <a:gd name="T69" fmla="*/ 921 h 1842"/>
                <a:gd name="T70" fmla="*/ 920 w 1841"/>
                <a:gd name="T71" fmla="*/ 0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41" h="1842">
                  <a:moveTo>
                    <a:pt x="920" y="0"/>
                  </a:moveTo>
                  <a:lnTo>
                    <a:pt x="920" y="0"/>
                  </a:lnTo>
                  <a:cubicBezTo>
                    <a:pt x="412" y="0"/>
                    <a:pt x="0" y="412"/>
                    <a:pt x="0" y="921"/>
                  </a:cubicBezTo>
                  <a:lnTo>
                    <a:pt x="0" y="921"/>
                  </a:lnTo>
                  <a:cubicBezTo>
                    <a:pt x="0" y="1131"/>
                    <a:pt x="70" y="1325"/>
                    <a:pt x="188" y="1479"/>
                  </a:cubicBezTo>
                  <a:lnTo>
                    <a:pt x="954" y="473"/>
                  </a:lnTo>
                  <a:lnTo>
                    <a:pt x="871" y="474"/>
                  </a:lnTo>
                  <a:lnTo>
                    <a:pt x="790" y="473"/>
                  </a:lnTo>
                  <a:cubicBezTo>
                    <a:pt x="702" y="473"/>
                    <a:pt x="620" y="480"/>
                    <a:pt x="561" y="491"/>
                  </a:cubicBezTo>
                  <a:cubicBezTo>
                    <a:pt x="525" y="498"/>
                    <a:pt x="493" y="511"/>
                    <a:pt x="467" y="530"/>
                  </a:cubicBezTo>
                  <a:cubicBezTo>
                    <a:pt x="437" y="551"/>
                    <a:pt x="399" y="596"/>
                    <a:pt x="374" y="641"/>
                  </a:cubicBezTo>
                  <a:cubicBezTo>
                    <a:pt x="371" y="646"/>
                    <a:pt x="367" y="654"/>
                    <a:pt x="361" y="665"/>
                  </a:cubicBezTo>
                  <a:lnTo>
                    <a:pt x="316" y="655"/>
                  </a:lnTo>
                  <a:lnTo>
                    <a:pt x="392" y="366"/>
                  </a:lnTo>
                  <a:lnTo>
                    <a:pt x="1350" y="366"/>
                  </a:lnTo>
                  <a:lnTo>
                    <a:pt x="588" y="1385"/>
                  </a:lnTo>
                  <a:cubicBezTo>
                    <a:pt x="638" y="1380"/>
                    <a:pt x="658" y="1379"/>
                    <a:pt x="698" y="1379"/>
                  </a:cubicBezTo>
                  <a:cubicBezTo>
                    <a:pt x="729" y="1379"/>
                    <a:pt x="776" y="1381"/>
                    <a:pt x="839" y="1385"/>
                  </a:cubicBezTo>
                  <a:lnTo>
                    <a:pt x="974" y="1393"/>
                  </a:lnTo>
                  <a:cubicBezTo>
                    <a:pt x="1023" y="1396"/>
                    <a:pt x="1064" y="1397"/>
                    <a:pt x="1095" y="1397"/>
                  </a:cubicBezTo>
                  <a:cubicBezTo>
                    <a:pt x="1165" y="1397"/>
                    <a:pt x="1210" y="1392"/>
                    <a:pt x="1255" y="1378"/>
                  </a:cubicBezTo>
                  <a:cubicBezTo>
                    <a:pt x="1290" y="1367"/>
                    <a:pt x="1324" y="1351"/>
                    <a:pt x="1354" y="1331"/>
                  </a:cubicBezTo>
                  <a:cubicBezTo>
                    <a:pt x="1408" y="1293"/>
                    <a:pt x="1460" y="1234"/>
                    <a:pt x="1491" y="1175"/>
                  </a:cubicBezTo>
                  <a:cubicBezTo>
                    <a:pt x="1494" y="1169"/>
                    <a:pt x="1499" y="1160"/>
                    <a:pt x="1504" y="1147"/>
                  </a:cubicBezTo>
                  <a:lnTo>
                    <a:pt x="1545" y="1158"/>
                  </a:lnTo>
                  <a:cubicBezTo>
                    <a:pt x="1532" y="1208"/>
                    <a:pt x="1525" y="1228"/>
                    <a:pt x="1505" y="1273"/>
                  </a:cubicBezTo>
                  <a:cubicBezTo>
                    <a:pt x="1464" y="1364"/>
                    <a:pt x="1417" y="1425"/>
                    <a:pt x="1354" y="1472"/>
                  </a:cubicBezTo>
                  <a:cubicBezTo>
                    <a:pt x="1289" y="1521"/>
                    <a:pt x="1216" y="1544"/>
                    <a:pt x="1131" y="1546"/>
                  </a:cubicBezTo>
                  <a:lnTo>
                    <a:pt x="1118" y="1546"/>
                  </a:lnTo>
                  <a:cubicBezTo>
                    <a:pt x="1055" y="1546"/>
                    <a:pt x="1006" y="1541"/>
                    <a:pt x="854" y="1518"/>
                  </a:cubicBezTo>
                  <a:cubicBezTo>
                    <a:pt x="700" y="1494"/>
                    <a:pt x="621" y="1486"/>
                    <a:pt x="544" y="1486"/>
                  </a:cubicBezTo>
                  <a:cubicBezTo>
                    <a:pt x="492" y="1486"/>
                    <a:pt x="444" y="1490"/>
                    <a:pt x="394" y="1498"/>
                  </a:cubicBezTo>
                  <a:cubicBezTo>
                    <a:pt x="328" y="1508"/>
                    <a:pt x="302" y="1516"/>
                    <a:pt x="242" y="1543"/>
                  </a:cubicBezTo>
                  <a:cubicBezTo>
                    <a:pt x="410" y="1727"/>
                    <a:pt x="652" y="1842"/>
                    <a:pt x="920" y="1842"/>
                  </a:cubicBezTo>
                  <a:cubicBezTo>
                    <a:pt x="1429" y="1842"/>
                    <a:pt x="1841" y="1430"/>
                    <a:pt x="1841" y="921"/>
                  </a:cubicBezTo>
                  <a:cubicBezTo>
                    <a:pt x="1841" y="412"/>
                    <a:pt x="1429" y="0"/>
                    <a:pt x="9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BEE17792-2541-41AB-A3A4-1488AC9142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2" y="197"/>
              <a:ext cx="25" cy="80"/>
            </a:xfrm>
            <a:custGeom>
              <a:avLst/>
              <a:gdLst>
                <a:gd name="T0" fmla="*/ 232 w 288"/>
                <a:gd name="T1" fmla="*/ 166 h 897"/>
                <a:gd name="T2" fmla="*/ 232 w 288"/>
                <a:gd name="T3" fmla="*/ 166 h 897"/>
                <a:gd name="T4" fmla="*/ 241 w 288"/>
                <a:gd name="T5" fmla="*/ 65 h 897"/>
                <a:gd name="T6" fmla="*/ 254 w 288"/>
                <a:gd name="T7" fmla="*/ 37 h 897"/>
                <a:gd name="T8" fmla="*/ 288 w 288"/>
                <a:gd name="T9" fmla="*/ 0 h 897"/>
                <a:gd name="T10" fmla="*/ 0 w 288"/>
                <a:gd name="T11" fmla="*/ 0 h 897"/>
                <a:gd name="T12" fmla="*/ 33 w 288"/>
                <a:gd name="T13" fmla="*/ 35 h 897"/>
                <a:gd name="T14" fmla="*/ 47 w 288"/>
                <a:gd name="T15" fmla="*/ 64 h 897"/>
                <a:gd name="T16" fmla="*/ 56 w 288"/>
                <a:gd name="T17" fmla="*/ 161 h 897"/>
                <a:gd name="T18" fmla="*/ 56 w 288"/>
                <a:gd name="T19" fmla="*/ 215 h 897"/>
                <a:gd name="T20" fmla="*/ 56 w 288"/>
                <a:gd name="T21" fmla="*/ 752 h 897"/>
                <a:gd name="T22" fmla="*/ 42 w 288"/>
                <a:gd name="T23" fmla="*/ 839 h 897"/>
                <a:gd name="T24" fmla="*/ 28 w 288"/>
                <a:gd name="T25" fmla="*/ 865 h 897"/>
                <a:gd name="T26" fmla="*/ 1 w 288"/>
                <a:gd name="T27" fmla="*/ 897 h 897"/>
                <a:gd name="T28" fmla="*/ 285 w 288"/>
                <a:gd name="T29" fmla="*/ 897 h 897"/>
                <a:gd name="T30" fmla="*/ 258 w 288"/>
                <a:gd name="T31" fmla="*/ 865 h 897"/>
                <a:gd name="T32" fmla="*/ 243 w 288"/>
                <a:gd name="T33" fmla="*/ 838 h 897"/>
                <a:gd name="T34" fmla="*/ 231 w 288"/>
                <a:gd name="T35" fmla="*/ 759 h 897"/>
                <a:gd name="T36" fmla="*/ 231 w 288"/>
                <a:gd name="T37" fmla="*/ 218 h 897"/>
                <a:gd name="T38" fmla="*/ 232 w 288"/>
                <a:gd name="T39" fmla="*/ 166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88" h="897">
                  <a:moveTo>
                    <a:pt x="232" y="166"/>
                  </a:moveTo>
                  <a:lnTo>
                    <a:pt x="232" y="166"/>
                  </a:lnTo>
                  <a:cubicBezTo>
                    <a:pt x="232" y="106"/>
                    <a:pt x="233" y="89"/>
                    <a:pt x="241" y="65"/>
                  </a:cubicBezTo>
                  <a:cubicBezTo>
                    <a:pt x="244" y="55"/>
                    <a:pt x="248" y="46"/>
                    <a:pt x="254" y="37"/>
                  </a:cubicBezTo>
                  <a:cubicBezTo>
                    <a:pt x="263" y="22"/>
                    <a:pt x="270" y="14"/>
                    <a:pt x="288" y="0"/>
                  </a:cubicBezTo>
                  <a:lnTo>
                    <a:pt x="0" y="0"/>
                  </a:lnTo>
                  <a:cubicBezTo>
                    <a:pt x="18" y="16"/>
                    <a:pt x="24" y="22"/>
                    <a:pt x="33" y="35"/>
                  </a:cubicBezTo>
                  <a:cubicBezTo>
                    <a:pt x="39" y="44"/>
                    <a:pt x="44" y="54"/>
                    <a:pt x="47" y="64"/>
                  </a:cubicBezTo>
                  <a:cubicBezTo>
                    <a:pt x="53" y="86"/>
                    <a:pt x="56" y="108"/>
                    <a:pt x="56" y="161"/>
                  </a:cubicBezTo>
                  <a:cubicBezTo>
                    <a:pt x="56" y="188"/>
                    <a:pt x="56" y="206"/>
                    <a:pt x="56" y="215"/>
                  </a:cubicBezTo>
                  <a:lnTo>
                    <a:pt x="56" y="752"/>
                  </a:lnTo>
                  <a:cubicBezTo>
                    <a:pt x="56" y="784"/>
                    <a:pt x="51" y="817"/>
                    <a:pt x="42" y="839"/>
                  </a:cubicBezTo>
                  <a:cubicBezTo>
                    <a:pt x="39" y="848"/>
                    <a:pt x="34" y="857"/>
                    <a:pt x="28" y="865"/>
                  </a:cubicBezTo>
                  <a:cubicBezTo>
                    <a:pt x="21" y="875"/>
                    <a:pt x="16" y="880"/>
                    <a:pt x="1" y="897"/>
                  </a:cubicBezTo>
                  <a:lnTo>
                    <a:pt x="285" y="897"/>
                  </a:lnTo>
                  <a:cubicBezTo>
                    <a:pt x="271" y="885"/>
                    <a:pt x="266" y="879"/>
                    <a:pt x="258" y="865"/>
                  </a:cubicBezTo>
                  <a:cubicBezTo>
                    <a:pt x="252" y="856"/>
                    <a:pt x="247" y="847"/>
                    <a:pt x="243" y="838"/>
                  </a:cubicBezTo>
                  <a:cubicBezTo>
                    <a:pt x="236" y="817"/>
                    <a:pt x="231" y="787"/>
                    <a:pt x="231" y="759"/>
                  </a:cubicBezTo>
                  <a:lnTo>
                    <a:pt x="231" y="218"/>
                  </a:lnTo>
                  <a:lnTo>
                    <a:pt x="232" y="1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7FE4A7E9-42E0-43D0-B996-856DC1B075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" y="197"/>
              <a:ext cx="77" cy="80"/>
            </a:xfrm>
            <a:custGeom>
              <a:avLst/>
              <a:gdLst>
                <a:gd name="T0" fmla="*/ 810 w 869"/>
                <a:gd name="T1" fmla="*/ 165 h 897"/>
                <a:gd name="T2" fmla="*/ 810 w 869"/>
                <a:gd name="T3" fmla="*/ 165 h 897"/>
                <a:gd name="T4" fmla="*/ 819 w 869"/>
                <a:gd name="T5" fmla="*/ 70 h 897"/>
                <a:gd name="T6" fmla="*/ 834 w 869"/>
                <a:gd name="T7" fmla="*/ 37 h 897"/>
                <a:gd name="T8" fmla="*/ 869 w 869"/>
                <a:gd name="T9" fmla="*/ 0 h 897"/>
                <a:gd name="T10" fmla="*/ 576 w 869"/>
                <a:gd name="T11" fmla="*/ 0 h 897"/>
                <a:gd name="T12" fmla="*/ 609 w 869"/>
                <a:gd name="T13" fmla="*/ 36 h 897"/>
                <a:gd name="T14" fmla="*/ 624 w 869"/>
                <a:gd name="T15" fmla="*/ 67 h 897"/>
                <a:gd name="T16" fmla="*/ 634 w 869"/>
                <a:gd name="T17" fmla="*/ 162 h 897"/>
                <a:gd name="T18" fmla="*/ 634 w 869"/>
                <a:gd name="T19" fmla="*/ 379 h 897"/>
                <a:gd name="T20" fmla="*/ 232 w 869"/>
                <a:gd name="T21" fmla="*/ 379 h 897"/>
                <a:gd name="T22" fmla="*/ 232 w 869"/>
                <a:gd name="T23" fmla="*/ 216 h 897"/>
                <a:gd name="T24" fmla="*/ 234 w 869"/>
                <a:gd name="T25" fmla="*/ 109 h 897"/>
                <a:gd name="T26" fmla="*/ 241 w 869"/>
                <a:gd name="T27" fmla="*/ 70 h 897"/>
                <a:gd name="T28" fmla="*/ 278 w 869"/>
                <a:gd name="T29" fmla="*/ 9 h 897"/>
                <a:gd name="T30" fmla="*/ 288 w 869"/>
                <a:gd name="T31" fmla="*/ 0 h 897"/>
                <a:gd name="T32" fmla="*/ 1 w 869"/>
                <a:gd name="T33" fmla="*/ 0 h 897"/>
                <a:gd name="T34" fmla="*/ 30 w 869"/>
                <a:gd name="T35" fmla="*/ 34 h 897"/>
                <a:gd name="T36" fmla="*/ 46 w 869"/>
                <a:gd name="T37" fmla="*/ 64 h 897"/>
                <a:gd name="T38" fmla="*/ 56 w 869"/>
                <a:gd name="T39" fmla="*/ 159 h 897"/>
                <a:gd name="T40" fmla="*/ 57 w 869"/>
                <a:gd name="T41" fmla="*/ 216 h 897"/>
                <a:gd name="T42" fmla="*/ 57 w 869"/>
                <a:gd name="T43" fmla="*/ 707 h 897"/>
                <a:gd name="T44" fmla="*/ 53 w 869"/>
                <a:gd name="T45" fmla="*/ 802 h 897"/>
                <a:gd name="T46" fmla="*/ 44 w 869"/>
                <a:gd name="T47" fmla="*/ 838 h 897"/>
                <a:gd name="T48" fmla="*/ 9 w 869"/>
                <a:gd name="T49" fmla="*/ 888 h 897"/>
                <a:gd name="T50" fmla="*/ 0 w 869"/>
                <a:gd name="T51" fmla="*/ 897 h 897"/>
                <a:gd name="T52" fmla="*/ 284 w 869"/>
                <a:gd name="T53" fmla="*/ 897 h 897"/>
                <a:gd name="T54" fmla="*/ 260 w 869"/>
                <a:gd name="T55" fmla="*/ 867 h 897"/>
                <a:gd name="T56" fmla="*/ 245 w 869"/>
                <a:gd name="T57" fmla="*/ 839 h 897"/>
                <a:gd name="T58" fmla="*/ 232 w 869"/>
                <a:gd name="T59" fmla="*/ 761 h 897"/>
                <a:gd name="T60" fmla="*/ 232 w 869"/>
                <a:gd name="T61" fmla="*/ 707 h 897"/>
                <a:gd name="T62" fmla="*/ 232 w 869"/>
                <a:gd name="T63" fmla="*/ 490 h 897"/>
                <a:gd name="T64" fmla="*/ 634 w 869"/>
                <a:gd name="T65" fmla="*/ 490 h 897"/>
                <a:gd name="T66" fmla="*/ 634 w 869"/>
                <a:gd name="T67" fmla="*/ 709 h 897"/>
                <a:gd name="T68" fmla="*/ 630 w 869"/>
                <a:gd name="T69" fmla="*/ 800 h 897"/>
                <a:gd name="T70" fmla="*/ 620 w 869"/>
                <a:gd name="T71" fmla="*/ 838 h 897"/>
                <a:gd name="T72" fmla="*/ 588 w 869"/>
                <a:gd name="T73" fmla="*/ 885 h 897"/>
                <a:gd name="T74" fmla="*/ 575 w 869"/>
                <a:gd name="T75" fmla="*/ 897 h 897"/>
                <a:gd name="T76" fmla="*/ 862 w 869"/>
                <a:gd name="T77" fmla="*/ 897 h 897"/>
                <a:gd name="T78" fmla="*/ 838 w 869"/>
                <a:gd name="T79" fmla="*/ 869 h 897"/>
                <a:gd name="T80" fmla="*/ 821 w 869"/>
                <a:gd name="T81" fmla="*/ 839 h 897"/>
                <a:gd name="T82" fmla="*/ 810 w 869"/>
                <a:gd name="T83" fmla="*/ 758 h 897"/>
                <a:gd name="T84" fmla="*/ 809 w 869"/>
                <a:gd name="T85" fmla="*/ 712 h 897"/>
                <a:gd name="T86" fmla="*/ 810 w 869"/>
                <a:gd name="T87" fmla="*/ 218 h 897"/>
                <a:gd name="T88" fmla="*/ 810 w 869"/>
                <a:gd name="T89" fmla="*/ 16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69" h="897">
                  <a:moveTo>
                    <a:pt x="810" y="165"/>
                  </a:moveTo>
                  <a:lnTo>
                    <a:pt x="810" y="165"/>
                  </a:lnTo>
                  <a:cubicBezTo>
                    <a:pt x="810" y="125"/>
                    <a:pt x="813" y="95"/>
                    <a:pt x="819" y="70"/>
                  </a:cubicBezTo>
                  <a:cubicBezTo>
                    <a:pt x="823" y="59"/>
                    <a:pt x="828" y="48"/>
                    <a:pt x="834" y="37"/>
                  </a:cubicBezTo>
                  <a:cubicBezTo>
                    <a:pt x="843" y="22"/>
                    <a:pt x="850" y="14"/>
                    <a:pt x="869" y="0"/>
                  </a:cubicBezTo>
                  <a:lnTo>
                    <a:pt x="576" y="0"/>
                  </a:lnTo>
                  <a:cubicBezTo>
                    <a:pt x="593" y="14"/>
                    <a:pt x="599" y="20"/>
                    <a:pt x="609" y="36"/>
                  </a:cubicBezTo>
                  <a:cubicBezTo>
                    <a:pt x="616" y="46"/>
                    <a:pt x="621" y="57"/>
                    <a:pt x="624" y="67"/>
                  </a:cubicBezTo>
                  <a:cubicBezTo>
                    <a:pt x="631" y="88"/>
                    <a:pt x="634" y="115"/>
                    <a:pt x="634" y="162"/>
                  </a:cubicBezTo>
                  <a:lnTo>
                    <a:pt x="634" y="379"/>
                  </a:lnTo>
                  <a:lnTo>
                    <a:pt x="232" y="379"/>
                  </a:lnTo>
                  <a:lnTo>
                    <a:pt x="232" y="216"/>
                  </a:lnTo>
                  <a:cubicBezTo>
                    <a:pt x="232" y="166"/>
                    <a:pt x="232" y="134"/>
                    <a:pt x="234" y="109"/>
                  </a:cubicBezTo>
                  <a:cubicBezTo>
                    <a:pt x="235" y="95"/>
                    <a:pt x="238" y="82"/>
                    <a:pt x="241" y="70"/>
                  </a:cubicBezTo>
                  <a:cubicBezTo>
                    <a:pt x="247" y="51"/>
                    <a:pt x="264" y="24"/>
                    <a:pt x="278" y="9"/>
                  </a:cubicBezTo>
                  <a:cubicBezTo>
                    <a:pt x="280" y="7"/>
                    <a:pt x="284" y="4"/>
                    <a:pt x="288" y="0"/>
                  </a:cubicBezTo>
                  <a:lnTo>
                    <a:pt x="1" y="0"/>
                  </a:lnTo>
                  <a:cubicBezTo>
                    <a:pt x="18" y="17"/>
                    <a:pt x="23" y="23"/>
                    <a:pt x="30" y="34"/>
                  </a:cubicBezTo>
                  <a:cubicBezTo>
                    <a:pt x="37" y="43"/>
                    <a:pt x="42" y="53"/>
                    <a:pt x="46" y="64"/>
                  </a:cubicBezTo>
                  <a:cubicBezTo>
                    <a:pt x="53" y="87"/>
                    <a:pt x="55" y="100"/>
                    <a:pt x="56" y="159"/>
                  </a:cubicBezTo>
                  <a:lnTo>
                    <a:pt x="57" y="216"/>
                  </a:lnTo>
                  <a:lnTo>
                    <a:pt x="57" y="707"/>
                  </a:lnTo>
                  <a:cubicBezTo>
                    <a:pt x="57" y="757"/>
                    <a:pt x="56" y="779"/>
                    <a:pt x="53" y="802"/>
                  </a:cubicBezTo>
                  <a:cubicBezTo>
                    <a:pt x="51" y="814"/>
                    <a:pt x="48" y="825"/>
                    <a:pt x="44" y="838"/>
                  </a:cubicBezTo>
                  <a:cubicBezTo>
                    <a:pt x="37" y="857"/>
                    <a:pt x="26" y="872"/>
                    <a:pt x="9" y="888"/>
                  </a:cubicBezTo>
                  <a:cubicBezTo>
                    <a:pt x="7" y="890"/>
                    <a:pt x="4" y="893"/>
                    <a:pt x="0" y="897"/>
                  </a:cubicBezTo>
                  <a:lnTo>
                    <a:pt x="284" y="897"/>
                  </a:lnTo>
                  <a:cubicBezTo>
                    <a:pt x="271" y="884"/>
                    <a:pt x="267" y="878"/>
                    <a:pt x="260" y="867"/>
                  </a:cubicBezTo>
                  <a:cubicBezTo>
                    <a:pt x="254" y="859"/>
                    <a:pt x="249" y="849"/>
                    <a:pt x="245" y="839"/>
                  </a:cubicBezTo>
                  <a:cubicBezTo>
                    <a:pt x="236" y="815"/>
                    <a:pt x="233" y="799"/>
                    <a:pt x="232" y="761"/>
                  </a:cubicBezTo>
                  <a:cubicBezTo>
                    <a:pt x="232" y="741"/>
                    <a:pt x="232" y="724"/>
                    <a:pt x="232" y="707"/>
                  </a:cubicBezTo>
                  <a:lnTo>
                    <a:pt x="232" y="490"/>
                  </a:lnTo>
                  <a:lnTo>
                    <a:pt x="634" y="490"/>
                  </a:lnTo>
                  <a:lnTo>
                    <a:pt x="634" y="709"/>
                  </a:lnTo>
                  <a:cubicBezTo>
                    <a:pt x="634" y="757"/>
                    <a:pt x="633" y="775"/>
                    <a:pt x="630" y="800"/>
                  </a:cubicBezTo>
                  <a:cubicBezTo>
                    <a:pt x="628" y="813"/>
                    <a:pt x="625" y="826"/>
                    <a:pt x="620" y="838"/>
                  </a:cubicBezTo>
                  <a:cubicBezTo>
                    <a:pt x="613" y="855"/>
                    <a:pt x="603" y="871"/>
                    <a:pt x="588" y="885"/>
                  </a:cubicBezTo>
                  <a:cubicBezTo>
                    <a:pt x="585" y="888"/>
                    <a:pt x="581" y="892"/>
                    <a:pt x="575" y="897"/>
                  </a:cubicBezTo>
                  <a:lnTo>
                    <a:pt x="862" y="897"/>
                  </a:lnTo>
                  <a:cubicBezTo>
                    <a:pt x="850" y="885"/>
                    <a:pt x="846" y="880"/>
                    <a:pt x="838" y="869"/>
                  </a:cubicBezTo>
                  <a:cubicBezTo>
                    <a:pt x="831" y="859"/>
                    <a:pt x="825" y="849"/>
                    <a:pt x="821" y="839"/>
                  </a:cubicBezTo>
                  <a:cubicBezTo>
                    <a:pt x="813" y="818"/>
                    <a:pt x="811" y="803"/>
                    <a:pt x="810" y="758"/>
                  </a:cubicBezTo>
                  <a:cubicBezTo>
                    <a:pt x="809" y="732"/>
                    <a:pt x="809" y="717"/>
                    <a:pt x="809" y="712"/>
                  </a:cubicBezTo>
                  <a:lnTo>
                    <a:pt x="810" y="218"/>
                  </a:lnTo>
                  <a:lnTo>
                    <a:pt x="810" y="16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451758A0-E6AE-4136-8372-7F123E7215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2" y="197"/>
              <a:ext cx="73" cy="80"/>
            </a:xfrm>
            <a:custGeom>
              <a:avLst/>
              <a:gdLst>
                <a:gd name="T0" fmla="*/ 408 w 822"/>
                <a:gd name="T1" fmla="*/ 395 h 897"/>
                <a:gd name="T2" fmla="*/ 408 w 822"/>
                <a:gd name="T3" fmla="*/ 395 h 897"/>
                <a:gd name="T4" fmla="*/ 295 w 822"/>
                <a:gd name="T5" fmla="*/ 431 h 897"/>
                <a:gd name="T6" fmla="*/ 248 w 822"/>
                <a:gd name="T7" fmla="*/ 435 h 897"/>
                <a:gd name="T8" fmla="*/ 233 w 822"/>
                <a:gd name="T9" fmla="*/ 435 h 897"/>
                <a:gd name="T10" fmla="*/ 233 w 822"/>
                <a:gd name="T11" fmla="*/ 103 h 897"/>
                <a:gd name="T12" fmla="*/ 257 w 822"/>
                <a:gd name="T13" fmla="*/ 102 h 897"/>
                <a:gd name="T14" fmla="*/ 378 w 822"/>
                <a:gd name="T15" fmla="*/ 117 h 897"/>
                <a:gd name="T16" fmla="*/ 439 w 822"/>
                <a:gd name="T17" fmla="*/ 149 h 897"/>
                <a:gd name="T18" fmla="*/ 485 w 822"/>
                <a:gd name="T19" fmla="*/ 260 h 897"/>
                <a:gd name="T20" fmla="*/ 450 w 822"/>
                <a:gd name="T21" fmla="*/ 361 h 897"/>
                <a:gd name="T22" fmla="*/ 408 w 822"/>
                <a:gd name="T23" fmla="*/ 395 h 897"/>
                <a:gd name="T24" fmla="*/ 408 w 822"/>
                <a:gd name="T25" fmla="*/ 395 h 897"/>
                <a:gd name="T26" fmla="*/ 750 w 822"/>
                <a:gd name="T27" fmla="*/ 835 h 897"/>
                <a:gd name="T28" fmla="*/ 750 w 822"/>
                <a:gd name="T29" fmla="*/ 835 h 897"/>
                <a:gd name="T30" fmla="*/ 649 w 822"/>
                <a:gd name="T31" fmla="*/ 730 h 897"/>
                <a:gd name="T32" fmla="*/ 583 w 822"/>
                <a:gd name="T33" fmla="*/ 657 h 897"/>
                <a:gd name="T34" fmla="*/ 444 w 822"/>
                <a:gd name="T35" fmla="*/ 493 h 897"/>
                <a:gd name="T36" fmla="*/ 484 w 822"/>
                <a:gd name="T37" fmla="*/ 480 h 897"/>
                <a:gd name="T38" fmla="*/ 594 w 822"/>
                <a:gd name="T39" fmla="*/ 416 h 897"/>
                <a:gd name="T40" fmla="*/ 665 w 822"/>
                <a:gd name="T41" fmla="*/ 313 h 897"/>
                <a:gd name="T42" fmla="*/ 676 w 822"/>
                <a:gd name="T43" fmla="*/ 244 h 897"/>
                <a:gd name="T44" fmla="*/ 615 w 822"/>
                <a:gd name="T45" fmla="*/ 97 h 897"/>
                <a:gd name="T46" fmla="*/ 470 w 822"/>
                <a:gd name="T47" fmla="*/ 16 h 897"/>
                <a:gd name="T48" fmla="*/ 316 w 822"/>
                <a:gd name="T49" fmla="*/ 1 h 897"/>
                <a:gd name="T50" fmla="*/ 233 w 822"/>
                <a:gd name="T51" fmla="*/ 0 h 897"/>
                <a:gd name="T52" fmla="*/ 2 w 822"/>
                <a:gd name="T53" fmla="*/ 0 h 897"/>
                <a:gd name="T54" fmla="*/ 32 w 822"/>
                <a:gd name="T55" fmla="*/ 33 h 897"/>
                <a:gd name="T56" fmla="*/ 47 w 822"/>
                <a:gd name="T57" fmla="*/ 66 h 897"/>
                <a:gd name="T58" fmla="*/ 56 w 822"/>
                <a:gd name="T59" fmla="*/ 162 h 897"/>
                <a:gd name="T60" fmla="*/ 56 w 822"/>
                <a:gd name="T61" fmla="*/ 750 h 897"/>
                <a:gd name="T62" fmla="*/ 46 w 822"/>
                <a:gd name="T63" fmla="*/ 837 h 897"/>
                <a:gd name="T64" fmla="*/ 31 w 822"/>
                <a:gd name="T65" fmla="*/ 865 h 897"/>
                <a:gd name="T66" fmla="*/ 0 w 822"/>
                <a:gd name="T67" fmla="*/ 897 h 897"/>
                <a:gd name="T68" fmla="*/ 285 w 822"/>
                <a:gd name="T69" fmla="*/ 897 h 897"/>
                <a:gd name="T70" fmla="*/ 261 w 822"/>
                <a:gd name="T71" fmla="*/ 867 h 897"/>
                <a:gd name="T72" fmla="*/ 245 w 822"/>
                <a:gd name="T73" fmla="*/ 840 h 897"/>
                <a:gd name="T74" fmla="*/ 234 w 822"/>
                <a:gd name="T75" fmla="*/ 757 h 897"/>
                <a:gd name="T76" fmla="*/ 233 w 822"/>
                <a:gd name="T77" fmla="*/ 712 h 897"/>
                <a:gd name="T78" fmla="*/ 233 w 822"/>
                <a:gd name="T79" fmla="*/ 510 h 897"/>
                <a:gd name="T80" fmla="*/ 400 w 822"/>
                <a:gd name="T81" fmla="*/ 710 h 897"/>
                <a:gd name="T82" fmla="*/ 437 w 822"/>
                <a:gd name="T83" fmla="*/ 753 h 897"/>
                <a:gd name="T84" fmla="*/ 481 w 822"/>
                <a:gd name="T85" fmla="*/ 801 h 897"/>
                <a:gd name="T86" fmla="*/ 573 w 822"/>
                <a:gd name="T87" fmla="*/ 875 h 897"/>
                <a:gd name="T88" fmla="*/ 662 w 822"/>
                <a:gd name="T89" fmla="*/ 896 h 897"/>
                <a:gd name="T90" fmla="*/ 709 w 822"/>
                <a:gd name="T91" fmla="*/ 897 h 897"/>
                <a:gd name="T92" fmla="*/ 822 w 822"/>
                <a:gd name="T93" fmla="*/ 897 h 897"/>
                <a:gd name="T94" fmla="*/ 789 w 822"/>
                <a:gd name="T95" fmla="*/ 870 h 897"/>
                <a:gd name="T96" fmla="*/ 750 w 822"/>
                <a:gd name="T97" fmla="*/ 83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2" h="897">
                  <a:moveTo>
                    <a:pt x="408" y="395"/>
                  </a:moveTo>
                  <a:lnTo>
                    <a:pt x="408" y="395"/>
                  </a:lnTo>
                  <a:cubicBezTo>
                    <a:pt x="376" y="413"/>
                    <a:pt x="343" y="424"/>
                    <a:pt x="295" y="431"/>
                  </a:cubicBezTo>
                  <a:cubicBezTo>
                    <a:pt x="277" y="434"/>
                    <a:pt x="261" y="435"/>
                    <a:pt x="248" y="435"/>
                  </a:cubicBezTo>
                  <a:cubicBezTo>
                    <a:pt x="243" y="435"/>
                    <a:pt x="240" y="435"/>
                    <a:pt x="233" y="435"/>
                  </a:cubicBezTo>
                  <a:lnTo>
                    <a:pt x="233" y="103"/>
                  </a:lnTo>
                  <a:cubicBezTo>
                    <a:pt x="245" y="102"/>
                    <a:pt x="249" y="102"/>
                    <a:pt x="257" y="102"/>
                  </a:cubicBezTo>
                  <a:cubicBezTo>
                    <a:pt x="301" y="102"/>
                    <a:pt x="344" y="107"/>
                    <a:pt x="378" y="117"/>
                  </a:cubicBezTo>
                  <a:cubicBezTo>
                    <a:pt x="400" y="123"/>
                    <a:pt x="421" y="135"/>
                    <a:pt x="439" y="149"/>
                  </a:cubicBezTo>
                  <a:cubicBezTo>
                    <a:pt x="469" y="175"/>
                    <a:pt x="485" y="213"/>
                    <a:pt x="485" y="260"/>
                  </a:cubicBezTo>
                  <a:cubicBezTo>
                    <a:pt x="485" y="300"/>
                    <a:pt x="473" y="335"/>
                    <a:pt x="450" y="361"/>
                  </a:cubicBezTo>
                  <a:cubicBezTo>
                    <a:pt x="439" y="373"/>
                    <a:pt x="425" y="385"/>
                    <a:pt x="408" y="395"/>
                  </a:cubicBezTo>
                  <a:lnTo>
                    <a:pt x="408" y="395"/>
                  </a:lnTo>
                  <a:close/>
                  <a:moveTo>
                    <a:pt x="750" y="835"/>
                  </a:moveTo>
                  <a:lnTo>
                    <a:pt x="750" y="835"/>
                  </a:lnTo>
                  <a:cubicBezTo>
                    <a:pt x="719" y="804"/>
                    <a:pt x="691" y="776"/>
                    <a:pt x="649" y="730"/>
                  </a:cubicBezTo>
                  <a:cubicBezTo>
                    <a:pt x="622" y="702"/>
                    <a:pt x="600" y="677"/>
                    <a:pt x="583" y="657"/>
                  </a:cubicBezTo>
                  <a:lnTo>
                    <a:pt x="444" y="493"/>
                  </a:lnTo>
                  <a:cubicBezTo>
                    <a:pt x="461" y="488"/>
                    <a:pt x="468" y="486"/>
                    <a:pt x="484" y="480"/>
                  </a:cubicBezTo>
                  <a:cubicBezTo>
                    <a:pt x="529" y="462"/>
                    <a:pt x="563" y="442"/>
                    <a:pt x="594" y="416"/>
                  </a:cubicBezTo>
                  <a:cubicBezTo>
                    <a:pt x="630" y="386"/>
                    <a:pt x="652" y="354"/>
                    <a:pt x="665" y="313"/>
                  </a:cubicBezTo>
                  <a:cubicBezTo>
                    <a:pt x="673" y="291"/>
                    <a:pt x="676" y="267"/>
                    <a:pt x="676" y="244"/>
                  </a:cubicBezTo>
                  <a:cubicBezTo>
                    <a:pt x="676" y="189"/>
                    <a:pt x="656" y="139"/>
                    <a:pt x="615" y="97"/>
                  </a:cubicBezTo>
                  <a:cubicBezTo>
                    <a:pt x="579" y="58"/>
                    <a:pt x="527" y="30"/>
                    <a:pt x="470" y="16"/>
                  </a:cubicBezTo>
                  <a:cubicBezTo>
                    <a:pt x="429" y="7"/>
                    <a:pt x="388" y="2"/>
                    <a:pt x="316" y="1"/>
                  </a:cubicBezTo>
                  <a:cubicBezTo>
                    <a:pt x="289" y="0"/>
                    <a:pt x="262" y="0"/>
                    <a:pt x="233" y="0"/>
                  </a:cubicBezTo>
                  <a:lnTo>
                    <a:pt x="2" y="0"/>
                  </a:lnTo>
                  <a:cubicBezTo>
                    <a:pt x="17" y="14"/>
                    <a:pt x="23" y="20"/>
                    <a:pt x="32" y="33"/>
                  </a:cubicBezTo>
                  <a:cubicBezTo>
                    <a:pt x="38" y="44"/>
                    <a:pt x="44" y="55"/>
                    <a:pt x="47" y="66"/>
                  </a:cubicBezTo>
                  <a:cubicBezTo>
                    <a:pt x="53" y="86"/>
                    <a:pt x="56" y="114"/>
                    <a:pt x="56" y="162"/>
                  </a:cubicBezTo>
                  <a:lnTo>
                    <a:pt x="56" y="750"/>
                  </a:lnTo>
                  <a:cubicBezTo>
                    <a:pt x="56" y="793"/>
                    <a:pt x="53" y="817"/>
                    <a:pt x="46" y="837"/>
                  </a:cubicBezTo>
                  <a:cubicBezTo>
                    <a:pt x="42" y="847"/>
                    <a:pt x="37" y="857"/>
                    <a:pt x="31" y="865"/>
                  </a:cubicBezTo>
                  <a:cubicBezTo>
                    <a:pt x="22" y="876"/>
                    <a:pt x="17" y="882"/>
                    <a:pt x="0" y="897"/>
                  </a:cubicBezTo>
                  <a:lnTo>
                    <a:pt x="285" y="897"/>
                  </a:lnTo>
                  <a:cubicBezTo>
                    <a:pt x="273" y="883"/>
                    <a:pt x="269" y="878"/>
                    <a:pt x="261" y="867"/>
                  </a:cubicBezTo>
                  <a:cubicBezTo>
                    <a:pt x="254" y="859"/>
                    <a:pt x="249" y="850"/>
                    <a:pt x="245" y="840"/>
                  </a:cubicBezTo>
                  <a:cubicBezTo>
                    <a:pt x="238" y="820"/>
                    <a:pt x="234" y="799"/>
                    <a:pt x="234" y="757"/>
                  </a:cubicBezTo>
                  <a:cubicBezTo>
                    <a:pt x="234" y="744"/>
                    <a:pt x="233" y="729"/>
                    <a:pt x="233" y="712"/>
                  </a:cubicBezTo>
                  <a:lnTo>
                    <a:pt x="233" y="510"/>
                  </a:lnTo>
                  <a:lnTo>
                    <a:pt x="400" y="710"/>
                  </a:lnTo>
                  <a:cubicBezTo>
                    <a:pt x="407" y="719"/>
                    <a:pt x="420" y="734"/>
                    <a:pt x="437" y="753"/>
                  </a:cubicBezTo>
                  <a:cubicBezTo>
                    <a:pt x="456" y="775"/>
                    <a:pt x="471" y="791"/>
                    <a:pt x="481" y="801"/>
                  </a:cubicBezTo>
                  <a:cubicBezTo>
                    <a:pt x="513" y="835"/>
                    <a:pt x="543" y="859"/>
                    <a:pt x="573" y="875"/>
                  </a:cubicBezTo>
                  <a:cubicBezTo>
                    <a:pt x="599" y="889"/>
                    <a:pt x="624" y="895"/>
                    <a:pt x="662" y="896"/>
                  </a:cubicBezTo>
                  <a:cubicBezTo>
                    <a:pt x="677" y="897"/>
                    <a:pt x="693" y="897"/>
                    <a:pt x="709" y="897"/>
                  </a:cubicBezTo>
                  <a:lnTo>
                    <a:pt x="822" y="897"/>
                  </a:lnTo>
                  <a:cubicBezTo>
                    <a:pt x="807" y="885"/>
                    <a:pt x="800" y="880"/>
                    <a:pt x="789" y="870"/>
                  </a:cubicBezTo>
                  <a:cubicBezTo>
                    <a:pt x="777" y="859"/>
                    <a:pt x="764" y="848"/>
                    <a:pt x="750" y="83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7F1B4E05-1C49-4628-8296-6E4C82BBB07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9" y="195"/>
              <a:ext cx="68" cy="84"/>
            </a:xfrm>
            <a:custGeom>
              <a:avLst/>
              <a:gdLst>
                <a:gd name="T0" fmla="*/ 668 w 765"/>
                <a:gd name="T1" fmla="*/ 790 h 944"/>
                <a:gd name="T2" fmla="*/ 668 w 765"/>
                <a:gd name="T3" fmla="*/ 790 h 944"/>
                <a:gd name="T4" fmla="*/ 512 w 765"/>
                <a:gd name="T5" fmla="*/ 823 h 944"/>
                <a:gd name="T6" fmla="*/ 281 w 765"/>
                <a:gd name="T7" fmla="*/ 727 h 944"/>
                <a:gd name="T8" fmla="*/ 191 w 765"/>
                <a:gd name="T9" fmla="*/ 478 h 944"/>
                <a:gd name="T10" fmla="*/ 272 w 765"/>
                <a:gd name="T11" fmla="*/ 236 h 944"/>
                <a:gd name="T12" fmla="*/ 354 w 765"/>
                <a:gd name="T13" fmla="*/ 170 h 944"/>
                <a:gd name="T14" fmla="*/ 527 w 765"/>
                <a:gd name="T15" fmla="*/ 126 h 944"/>
                <a:gd name="T16" fmla="*/ 688 w 765"/>
                <a:gd name="T17" fmla="*/ 159 h 944"/>
                <a:gd name="T18" fmla="*/ 762 w 765"/>
                <a:gd name="T19" fmla="*/ 199 h 944"/>
                <a:gd name="T20" fmla="*/ 762 w 765"/>
                <a:gd name="T21" fmla="*/ 31 h 944"/>
                <a:gd name="T22" fmla="*/ 708 w 765"/>
                <a:gd name="T23" fmla="*/ 16 h 944"/>
                <a:gd name="T24" fmla="*/ 550 w 765"/>
                <a:gd name="T25" fmla="*/ 0 h 944"/>
                <a:gd name="T26" fmla="*/ 294 w 765"/>
                <a:gd name="T27" fmla="*/ 48 h 944"/>
                <a:gd name="T28" fmla="*/ 171 w 765"/>
                <a:gd name="T29" fmla="*/ 121 h 944"/>
                <a:gd name="T30" fmla="*/ 0 w 765"/>
                <a:gd name="T31" fmla="*/ 488 h 944"/>
                <a:gd name="T32" fmla="*/ 164 w 765"/>
                <a:gd name="T33" fmla="*/ 840 h 944"/>
                <a:gd name="T34" fmla="*/ 499 w 765"/>
                <a:gd name="T35" fmla="*/ 944 h 944"/>
                <a:gd name="T36" fmla="*/ 751 w 765"/>
                <a:gd name="T37" fmla="*/ 904 h 944"/>
                <a:gd name="T38" fmla="*/ 765 w 765"/>
                <a:gd name="T39" fmla="*/ 899 h 944"/>
                <a:gd name="T40" fmla="*/ 765 w 765"/>
                <a:gd name="T41" fmla="*/ 736 h 944"/>
                <a:gd name="T42" fmla="*/ 724 w 765"/>
                <a:gd name="T43" fmla="*/ 763 h 944"/>
                <a:gd name="T44" fmla="*/ 668 w 765"/>
                <a:gd name="T45" fmla="*/ 790 h 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65" h="944">
                  <a:moveTo>
                    <a:pt x="668" y="790"/>
                  </a:moveTo>
                  <a:lnTo>
                    <a:pt x="668" y="790"/>
                  </a:lnTo>
                  <a:cubicBezTo>
                    <a:pt x="614" y="813"/>
                    <a:pt x="565" y="823"/>
                    <a:pt x="512" y="823"/>
                  </a:cubicBezTo>
                  <a:cubicBezTo>
                    <a:pt x="419" y="823"/>
                    <a:pt x="340" y="790"/>
                    <a:pt x="281" y="727"/>
                  </a:cubicBezTo>
                  <a:cubicBezTo>
                    <a:pt x="222" y="664"/>
                    <a:pt x="191" y="577"/>
                    <a:pt x="191" y="478"/>
                  </a:cubicBezTo>
                  <a:cubicBezTo>
                    <a:pt x="191" y="384"/>
                    <a:pt x="220" y="297"/>
                    <a:pt x="272" y="236"/>
                  </a:cubicBezTo>
                  <a:cubicBezTo>
                    <a:pt x="295" y="210"/>
                    <a:pt x="322" y="187"/>
                    <a:pt x="354" y="170"/>
                  </a:cubicBezTo>
                  <a:cubicBezTo>
                    <a:pt x="404" y="141"/>
                    <a:pt x="463" y="126"/>
                    <a:pt x="527" y="126"/>
                  </a:cubicBezTo>
                  <a:cubicBezTo>
                    <a:pt x="582" y="126"/>
                    <a:pt x="635" y="137"/>
                    <a:pt x="688" y="159"/>
                  </a:cubicBezTo>
                  <a:cubicBezTo>
                    <a:pt x="722" y="172"/>
                    <a:pt x="734" y="179"/>
                    <a:pt x="762" y="199"/>
                  </a:cubicBezTo>
                  <a:lnTo>
                    <a:pt x="762" y="31"/>
                  </a:lnTo>
                  <a:cubicBezTo>
                    <a:pt x="740" y="24"/>
                    <a:pt x="731" y="21"/>
                    <a:pt x="708" y="16"/>
                  </a:cubicBezTo>
                  <a:cubicBezTo>
                    <a:pt x="656" y="5"/>
                    <a:pt x="606" y="0"/>
                    <a:pt x="550" y="0"/>
                  </a:cubicBezTo>
                  <a:cubicBezTo>
                    <a:pt x="453" y="0"/>
                    <a:pt x="370" y="16"/>
                    <a:pt x="294" y="48"/>
                  </a:cubicBezTo>
                  <a:cubicBezTo>
                    <a:pt x="249" y="67"/>
                    <a:pt x="207" y="91"/>
                    <a:pt x="171" y="121"/>
                  </a:cubicBezTo>
                  <a:cubicBezTo>
                    <a:pt x="60" y="210"/>
                    <a:pt x="0" y="339"/>
                    <a:pt x="0" y="488"/>
                  </a:cubicBezTo>
                  <a:cubicBezTo>
                    <a:pt x="0" y="632"/>
                    <a:pt x="58" y="756"/>
                    <a:pt x="164" y="840"/>
                  </a:cubicBezTo>
                  <a:cubicBezTo>
                    <a:pt x="251" y="909"/>
                    <a:pt x="364" y="944"/>
                    <a:pt x="499" y="944"/>
                  </a:cubicBezTo>
                  <a:cubicBezTo>
                    <a:pt x="583" y="944"/>
                    <a:pt x="662" y="931"/>
                    <a:pt x="751" y="904"/>
                  </a:cubicBezTo>
                  <a:cubicBezTo>
                    <a:pt x="754" y="903"/>
                    <a:pt x="759" y="901"/>
                    <a:pt x="765" y="899"/>
                  </a:cubicBezTo>
                  <a:lnTo>
                    <a:pt x="765" y="736"/>
                  </a:lnTo>
                  <a:cubicBezTo>
                    <a:pt x="744" y="750"/>
                    <a:pt x="736" y="755"/>
                    <a:pt x="724" y="763"/>
                  </a:cubicBezTo>
                  <a:cubicBezTo>
                    <a:pt x="706" y="773"/>
                    <a:pt x="688" y="782"/>
                    <a:pt x="668" y="79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1E04FE10-677A-40F8-8E43-1902F64A8B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1" y="197"/>
              <a:ext cx="78" cy="83"/>
            </a:xfrm>
            <a:custGeom>
              <a:avLst/>
              <a:gdLst>
                <a:gd name="T0" fmla="*/ 631 w 885"/>
                <a:gd name="T1" fmla="*/ 34 h 927"/>
                <a:gd name="T2" fmla="*/ 631 w 885"/>
                <a:gd name="T3" fmla="*/ 34 h 927"/>
                <a:gd name="T4" fmla="*/ 644 w 885"/>
                <a:gd name="T5" fmla="*/ 65 h 927"/>
                <a:gd name="T6" fmla="*/ 652 w 885"/>
                <a:gd name="T7" fmla="*/ 159 h 927"/>
                <a:gd name="T8" fmla="*/ 652 w 885"/>
                <a:gd name="T9" fmla="*/ 500 h 927"/>
                <a:gd name="T10" fmla="*/ 645 w 885"/>
                <a:gd name="T11" fmla="*/ 652 h 927"/>
                <a:gd name="T12" fmla="*/ 621 w 885"/>
                <a:gd name="T13" fmla="*/ 718 h 927"/>
                <a:gd name="T14" fmla="*/ 511 w 885"/>
                <a:gd name="T15" fmla="*/ 795 h 927"/>
                <a:gd name="T16" fmla="*/ 448 w 885"/>
                <a:gd name="T17" fmla="*/ 802 h 927"/>
                <a:gd name="T18" fmla="*/ 272 w 885"/>
                <a:gd name="T19" fmla="*/ 726 h 927"/>
                <a:gd name="T20" fmla="*/ 240 w 885"/>
                <a:gd name="T21" fmla="*/ 562 h 927"/>
                <a:gd name="T22" fmla="*/ 239 w 885"/>
                <a:gd name="T23" fmla="*/ 488 h 927"/>
                <a:gd name="T24" fmla="*/ 239 w 885"/>
                <a:gd name="T25" fmla="*/ 218 h 927"/>
                <a:gd name="T26" fmla="*/ 241 w 885"/>
                <a:gd name="T27" fmla="*/ 114 h 927"/>
                <a:gd name="T28" fmla="*/ 248 w 885"/>
                <a:gd name="T29" fmla="*/ 73 h 927"/>
                <a:gd name="T30" fmla="*/ 284 w 885"/>
                <a:gd name="T31" fmla="*/ 8 h 927"/>
                <a:gd name="T32" fmla="*/ 291 w 885"/>
                <a:gd name="T33" fmla="*/ 0 h 927"/>
                <a:gd name="T34" fmla="*/ 0 w 885"/>
                <a:gd name="T35" fmla="*/ 0 h 927"/>
                <a:gd name="T36" fmla="*/ 32 w 885"/>
                <a:gd name="T37" fmla="*/ 36 h 927"/>
                <a:gd name="T38" fmla="*/ 45 w 885"/>
                <a:gd name="T39" fmla="*/ 67 h 927"/>
                <a:gd name="T40" fmla="*/ 51 w 885"/>
                <a:gd name="T41" fmla="*/ 109 h 927"/>
                <a:gd name="T42" fmla="*/ 51 w 885"/>
                <a:gd name="T43" fmla="*/ 164 h 927"/>
                <a:gd name="T44" fmla="*/ 52 w 885"/>
                <a:gd name="T45" fmla="*/ 216 h 927"/>
                <a:gd name="T46" fmla="*/ 52 w 885"/>
                <a:gd name="T47" fmla="*/ 473 h 927"/>
                <a:gd name="T48" fmla="*/ 55 w 885"/>
                <a:gd name="T49" fmla="*/ 631 h 927"/>
                <a:gd name="T50" fmla="*/ 118 w 885"/>
                <a:gd name="T51" fmla="*/ 796 h 927"/>
                <a:gd name="T52" fmla="*/ 435 w 885"/>
                <a:gd name="T53" fmla="*/ 927 h 927"/>
                <a:gd name="T54" fmla="*/ 615 w 885"/>
                <a:gd name="T55" fmla="*/ 898 h 927"/>
                <a:gd name="T56" fmla="*/ 748 w 885"/>
                <a:gd name="T57" fmla="*/ 809 h 927"/>
                <a:gd name="T58" fmla="*/ 821 w 885"/>
                <a:gd name="T59" fmla="*/ 635 h 927"/>
                <a:gd name="T60" fmla="*/ 827 w 885"/>
                <a:gd name="T61" fmla="*/ 475 h 927"/>
                <a:gd name="T62" fmla="*/ 827 w 885"/>
                <a:gd name="T63" fmla="*/ 217 h 927"/>
                <a:gd name="T64" fmla="*/ 826 w 885"/>
                <a:gd name="T65" fmla="*/ 165 h 927"/>
                <a:gd name="T66" fmla="*/ 826 w 885"/>
                <a:gd name="T67" fmla="*/ 155 h 927"/>
                <a:gd name="T68" fmla="*/ 834 w 885"/>
                <a:gd name="T69" fmla="*/ 73 h 927"/>
                <a:gd name="T70" fmla="*/ 849 w 885"/>
                <a:gd name="T71" fmla="*/ 37 h 927"/>
                <a:gd name="T72" fmla="*/ 885 w 885"/>
                <a:gd name="T73" fmla="*/ 0 h 927"/>
                <a:gd name="T74" fmla="*/ 599 w 885"/>
                <a:gd name="T75" fmla="*/ 0 h 927"/>
                <a:gd name="T76" fmla="*/ 631 w 885"/>
                <a:gd name="T77" fmla="*/ 34 h 9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85" h="927">
                  <a:moveTo>
                    <a:pt x="631" y="34"/>
                  </a:moveTo>
                  <a:lnTo>
                    <a:pt x="631" y="34"/>
                  </a:lnTo>
                  <a:cubicBezTo>
                    <a:pt x="637" y="44"/>
                    <a:pt x="641" y="54"/>
                    <a:pt x="644" y="65"/>
                  </a:cubicBezTo>
                  <a:cubicBezTo>
                    <a:pt x="650" y="87"/>
                    <a:pt x="652" y="108"/>
                    <a:pt x="652" y="159"/>
                  </a:cubicBezTo>
                  <a:lnTo>
                    <a:pt x="652" y="500"/>
                  </a:lnTo>
                  <a:cubicBezTo>
                    <a:pt x="652" y="573"/>
                    <a:pt x="650" y="617"/>
                    <a:pt x="645" y="652"/>
                  </a:cubicBezTo>
                  <a:cubicBezTo>
                    <a:pt x="641" y="676"/>
                    <a:pt x="633" y="698"/>
                    <a:pt x="621" y="718"/>
                  </a:cubicBezTo>
                  <a:cubicBezTo>
                    <a:pt x="600" y="755"/>
                    <a:pt x="559" y="783"/>
                    <a:pt x="511" y="795"/>
                  </a:cubicBezTo>
                  <a:cubicBezTo>
                    <a:pt x="492" y="800"/>
                    <a:pt x="470" y="802"/>
                    <a:pt x="448" y="802"/>
                  </a:cubicBezTo>
                  <a:cubicBezTo>
                    <a:pt x="371" y="802"/>
                    <a:pt x="304" y="773"/>
                    <a:pt x="272" y="726"/>
                  </a:cubicBezTo>
                  <a:cubicBezTo>
                    <a:pt x="248" y="690"/>
                    <a:pt x="241" y="655"/>
                    <a:pt x="240" y="562"/>
                  </a:cubicBezTo>
                  <a:lnTo>
                    <a:pt x="239" y="488"/>
                  </a:lnTo>
                  <a:lnTo>
                    <a:pt x="239" y="218"/>
                  </a:lnTo>
                  <a:cubicBezTo>
                    <a:pt x="239" y="166"/>
                    <a:pt x="239" y="141"/>
                    <a:pt x="241" y="114"/>
                  </a:cubicBezTo>
                  <a:cubicBezTo>
                    <a:pt x="242" y="98"/>
                    <a:pt x="244" y="84"/>
                    <a:pt x="248" y="73"/>
                  </a:cubicBezTo>
                  <a:cubicBezTo>
                    <a:pt x="254" y="52"/>
                    <a:pt x="269" y="25"/>
                    <a:pt x="284" y="8"/>
                  </a:cubicBezTo>
                  <a:cubicBezTo>
                    <a:pt x="286" y="6"/>
                    <a:pt x="288" y="3"/>
                    <a:pt x="291" y="0"/>
                  </a:cubicBezTo>
                  <a:lnTo>
                    <a:pt x="0" y="0"/>
                  </a:lnTo>
                  <a:cubicBezTo>
                    <a:pt x="18" y="15"/>
                    <a:pt x="23" y="21"/>
                    <a:pt x="32" y="36"/>
                  </a:cubicBezTo>
                  <a:cubicBezTo>
                    <a:pt x="38" y="46"/>
                    <a:pt x="42" y="56"/>
                    <a:pt x="45" y="67"/>
                  </a:cubicBezTo>
                  <a:cubicBezTo>
                    <a:pt x="48" y="81"/>
                    <a:pt x="51" y="95"/>
                    <a:pt x="51" y="109"/>
                  </a:cubicBezTo>
                  <a:cubicBezTo>
                    <a:pt x="51" y="117"/>
                    <a:pt x="51" y="136"/>
                    <a:pt x="51" y="164"/>
                  </a:cubicBezTo>
                  <a:lnTo>
                    <a:pt x="52" y="216"/>
                  </a:lnTo>
                  <a:lnTo>
                    <a:pt x="52" y="473"/>
                  </a:lnTo>
                  <a:cubicBezTo>
                    <a:pt x="52" y="569"/>
                    <a:pt x="52" y="593"/>
                    <a:pt x="55" y="631"/>
                  </a:cubicBezTo>
                  <a:cubicBezTo>
                    <a:pt x="61" y="697"/>
                    <a:pt x="80" y="749"/>
                    <a:pt x="118" y="796"/>
                  </a:cubicBezTo>
                  <a:cubicBezTo>
                    <a:pt x="186" y="882"/>
                    <a:pt x="295" y="927"/>
                    <a:pt x="435" y="927"/>
                  </a:cubicBezTo>
                  <a:cubicBezTo>
                    <a:pt x="501" y="927"/>
                    <a:pt x="566" y="916"/>
                    <a:pt x="615" y="898"/>
                  </a:cubicBezTo>
                  <a:cubicBezTo>
                    <a:pt x="667" y="879"/>
                    <a:pt x="714" y="847"/>
                    <a:pt x="748" y="809"/>
                  </a:cubicBezTo>
                  <a:cubicBezTo>
                    <a:pt x="790" y="763"/>
                    <a:pt x="814" y="705"/>
                    <a:pt x="821" y="635"/>
                  </a:cubicBezTo>
                  <a:cubicBezTo>
                    <a:pt x="825" y="594"/>
                    <a:pt x="827" y="545"/>
                    <a:pt x="827" y="475"/>
                  </a:cubicBezTo>
                  <a:lnTo>
                    <a:pt x="827" y="217"/>
                  </a:lnTo>
                  <a:lnTo>
                    <a:pt x="826" y="165"/>
                  </a:lnTo>
                  <a:lnTo>
                    <a:pt x="826" y="155"/>
                  </a:lnTo>
                  <a:cubicBezTo>
                    <a:pt x="826" y="117"/>
                    <a:pt x="828" y="94"/>
                    <a:pt x="834" y="73"/>
                  </a:cubicBezTo>
                  <a:cubicBezTo>
                    <a:pt x="837" y="61"/>
                    <a:pt x="842" y="48"/>
                    <a:pt x="849" y="37"/>
                  </a:cubicBezTo>
                  <a:cubicBezTo>
                    <a:pt x="859" y="22"/>
                    <a:pt x="866" y="15"/>
                    <a:pt x="885" y="0"/>
                  </a:cubicBezTo>
                  <a:lnTo>
                    <a:pt x="599" y="0"/>
                  </a:lnTo>
                  <a:cubicBezTo>
                    <a:pt x="616" y="13"/>
                    <a:pt x="622" y="20"/>
                    <a:pt x="631" y="3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41247AD3-2593-4B15-AE2E-32BD9D2413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1" y="197"/>
              <a:ext cx="77" cy="80"/>
            </a:xfrm>
            <a:custGeom>
              <a:avLst/>
              <a:gdLst>
                <a:gd name="T0" fmla="*/ 654 w 865"/>
                <a:gd name="T1" fmla="*/ 771 h 897"/>
                <a:gd name="T2" fmla="*/ 654 w 865"/>
                <a:gd name="T3" fmla="*/ 771 h 897"/>
                <a:gd name="T4" fmla="*/ 513 w 865"/>
                <a:gd name="T5" fmla="*/ 783 h 897"/>
                <a:gd name="T6" fmla="*/ 442 w 865"/>
                <a:gd name="T7" fmla="*/ 784 h 897"/>
                <a:gd name="T8" fmla="*/ 304 w 865"/>
                <a:gd name="T9" fmla="*/ 784 h 897"/>
                <a:gd name="T10" fmla="*/ 848 w 865"/>
                <a:gd name="T11" fmla="*/ 0 h 897"/>
                <a:gd name="T12" fmla="*/ 143 w 865"/>
                <a:gd name="T13" fmla="*/ 0 h 897"/>
                <a:gd name="T14" fmla="*/ 56 w 865"/>
                <a:gd name="T15" fmla="*/ 191 h 897"/>
                <a:gd name="T16" fmla="*/ 121 w 865"/>
                <a:gd name="T17" fmla="*/ 160 h 897"/>
                <a:gd name="T18" fmla="*/ 248 w 865"/>
                <a:gd name="T19" fmla="*/ 124 h 897"/>
                <a:gd name="T20" fmla="*/ 375 w 865"/>
                <a:gd name="T21" fmla="*/ 113 h 897"/>
                <a:gd name="T22" fmla="*/ 444 w 865"/>
                <a:gd name="T23" fmla="*/ 112 h 897"/>
                <a:gd name="T24" fmla="*/ 549 w 865"/>
                <a:gd name="T25" fmla="*/ 112 h 897"/>
                <a:gd name="T26" fmla="*/ 0 w 865"/>
                <a:gd name="T27" fmla="*/ 897 h 897"/>
                <a:gd name="T28" fmla="*/ 776 w 865"/>
                <a:gd name="T29" fmla="*/ 897 h 897"/>
                <a:gd name="T30" fmla="*/ 865 w 865"/>
                <a:gd name="T31" fmla="*/ 692 h 897"/>
                <a:gd name="T32" fmla="*/ 800 w 865"/>
                <a:gd name="T33" fmla="*/ 727 h 897"/>
                <a:gd name="T34" fmla="*/ 654 w 865"/>
                <a:gd name="T35" fmla="*/ 771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65" h="897">
                  <a:moveTo>
                    <a:pt x="654" y="771"/>
                  </a:moveTo>
                  <a:lnTo>
                    <a:pt x="654" y="771"/>
                  </a:lnTo>
                  <a:cubicBezTo>
                    <a:pt x="614" y="778"/>
                    <a:pt x="569" y="782"/>
                    <a:pt x="513" y="783"/>
                  </a:cubicBezTo>
                  <a:cubicBezTo>
                    <a:pt x="495" y="784"/>
                    <a:pt x="471" y="784"/>
                    <a:pt x="442" y="784"/>
                  </a:cubicBezTo>
                  <a:lnTo>
                    <a:pt x="304" y="784"/>
                  </a:lnTo>
                  <a:lnTo>
                    <a:pt x="848" y="0"/>
                  </a:lnTo>
                  <a:lnTo>
                    <a:pt x="143" y="0"/>
                  </a:lnTo>
                  <a:lnTo>
                    <a:pt x="56" y="191"/>
                  </a:lnTo>
                  <a:cubicBezTo>
                    <a:pt x="85" y="176"/>
                    <a:pt x="96" y="170"/>
                    <a:pt x="121" y="160"/>
                  </a:cubicBezTo>
                  <a:cubicBezTo>
                    <a:pt x="162" y="144"/>
                    <a:pt x="206" y="132"/>
                    <a:pt x="248" y="124"/>
                  </a:cubicBezTo>
                  <a:cubicBezTo>
                    <a:pt x="285" y="118"/>
                    <a:pt x="319" y="115"/>
                    <a:pt x="375" y="113"/>
                  </a:cubicBezTo>
                  <a:cubicBezTo>
                    <a:pt x="400" y="112"/>
                    <a:pt x="423" y="112"/>
                    <a:pt x="444" y="112"/>
                  </a:cubicBezTo>
                  <a:lnTo>
                    <a:pt x="549" y="112"/>
                  </a:lnTo>
                  <a:lnTo>
                    <a:pt x="0" y="897"/>
                  </a:lnTo>
                  <a:lnTo>
                    <a:pt x="776" y="897"/>
                  </a:lnTo>
                  <a:lnTo>
                    <a:pt x="865" y="692"/>
                  </a:lnTo>
                  <a:cubicBezTo>
                    <a:pt x="834" y="710"/>
                    <a:pt x="823" y="716"/>
                    <a:pt x="800" y="727"/>
                  </a:cubicBezTo>
                  <a:cubicBezTo>
                    <a:pt x="754" y="747"/>
                    <a:pt x="705" y="762"/>
                    <a:pt x="654" y="77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0" name="Freeform 12">
              <a:extLst>
                <a:ext uri="{FF2B5EF4-FFF2-40B4-BE49-F238E27FC236}">
                  <a16:creationId xmlns:a16="http://schemas.microsoft.com/office/drawing/2014/main" id="{572ADC10-CD08-4D6A-B222-9D3819CDFD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0" y="167"/>
              <a:ext cx="18" cy="18"/>
            </a:xfrm>
            <a:custGeom>
              <a:avLst/>
              <a:gdLst>
                <a:gd name="T0" fmla="*/ 102 w 203"/>
                <a:gd name="T1" fmla="*/ 189 h 203"/>
                <a:gd name="T2" fmla="*/ 102 w 203"/>
                <a:gd name="T3" fmla="*/ 189 h 203"/>
                <a:gd name="T4" fmla="*/ 17 w 203"/>
                <a:gd name="T5" fmla="*/ 102 h 203"/>
                <a:gd name="T6" fmla="*/ 102 w 203"/>
                <a:gd name="T7" fmla="*/ 15 h 203"/>
                <a:gd name="T8" fmla="*/ 187 w 203"/>
                <a:gd name="T9" fmla="*/ 102 h 203"/>
                <a:gd name="T10" fmla="*/ 102 w 203"/>
                <a:gd name="T11" fmla="*/ 189 h 203"/>
                <a:gd name="T12" fmla="*/ 102 w 203"/>
                <a:gd name="T13" fmla="*/ 189 h 203"/>
                <a:gd name="T14" fmla="*/ 102 w 203"/>
                <a:gd name="T15" fmla="*/ 0 h 203"/>
                <a:gd name="T16" fmla="*/ 102 w 203"/>
                <a:gd name="T17" fmla="*/ 0 h 203"/>
                <a:gd name="T18" fmla="*/ 0 w 203"/>
                <a:gd name="T19" fmla="*/ 102 h 203"/>
                <a:gd name="T20" fmla="*/ 102 w 203"/>
                <a:gd name="T21" fmla="*/ 203 h 203"/>
                <a:gd name="T22" fmla="*/ 203 w 203"/>
                <a:gd name="T23" fmla="*/ 102 h 203"/>
                <a:gd name="T24" fmla="*/ 102 w 203"/>
                <a:gd name="T25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3" h="203">
                  <a:moveTo>
                    <a:pt x="102" y="189"/>
                  </a:moveTo>
                  <a:lnTo>
                    <a:pt x="102" y="189"/>
                  </a:lnTo>
                  <a:cubicBezTo>
                    <a:pt x="54" y="189"/>
                    <a:pt x="17" y="154"/>
                    <a:pt x="17" y="102"/>
                  </a:cubicBezTo>
                  <a:cubicBezTo>
                    <a:pt x="17" y="50"/>
                    <a:pt x="54" y="15"/>
                    <a:pt x="102" y="15"/>
                  </a:cubicBezTo>
                  <a:cubicBezTo>
                    <a:pt x="150" y="15"/>
                    <a:pt x="187" y="50"/>
                    <a:pt x="187" y="102"/>
                  </a:cubicBezTo>
                  <a:cubicBezTo>
                    <a:pt x="187" y="154"/>
                    <a:pt x="150" y="189"/>
                    <a:pt x="102" y="189"/>
                  </a:cubicBezTo>
                  <a:lnTo>
                    <a:pt x="102" y="189"/>
                  </a:lnTo>
                  <a:close/>
                  <a:moveTo>
                    <a:pt x="102" y="0"/>
                  </a:moveTo>
                  <a:lnTo>
                    <a:pt x="102" y="0"/>
                  </a:lnTo>
                  <a:cubicBezTo>
                    <a:pt x="46" y="0"/>
                    <a:pt x="0" y="42"/>
                    <a:pt x="0" y="102"/>
                  </a:cubicBezTo>
                  <a:cubicBezTo>
                    <a:pt x="0" y="162"/>
                    <a:pt x="46" y="203"/>
                    <a:pt x="102" y="203"/>
                  </a:cubicBezTo>
                  <a:cubicBezTo>
                    <a:pt x="158" y="203"/>
                    <a:pt x="203" y="162"/>
                    <a:pt x="203" y="102"/>
                  </a:cubicBezTo>
                  <a:cubicBezTo>
                    <a:pt x="203" y="42"/>
                    <a:pt x="158" y="0"/>
                    <a:pt x="10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1" name="Freeform 13">
              <a:extLst>
                <a:ext uri="{FF2B5EF4-FFF2-40B4-BE49-F238E27FC236}">
                  <a16:creationId xmlns:a16="http://schemas.microsoft.com/office/drawing/2014/main" id="{398F446D-EC4D-4BFB-87DA-8DE6584F8CF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6" y="171"/>
              <a:ext cx="7" cy="9"/>
            </a:xfrm>
            <a:custGeom>
              <a:avLst/>
              <a:gdLst>
                <a:gd name="T0" fmla="*/ 40 w 87"/>
                <a:gd name="T1" fmla="*/ 50 h 107"/>
                <a:gd name="T2" fmla="*/ 40 w 87"/>
                <a:gd name="T3" fmla="*/ 50 h 107"/>
                <a:gd name="T4" fmla="*/ 15 w 87"/>
                <a:gd name="T5" fmla="*/ 50 h 107"/>
                <a:gd name="T6" fmla="*/ 15 w 87"/>
                <a:gd name="T7" fmla="*/ 16 h 107"/>
                <a:gd name="T8" fmla="*/ 38 w 87"/>
                <a:gd name="T9" fmla="*/ 16 h 107"/>
                <a:gd name="T10" fmla="*/ 66 w 87"/>
                <a:gd name="T11" fmla="*/ 33 h 107"/>
                <a:gd name="T12" fmla="*/ 40 w 87"/>
                <a:gd name="T13" fmla="*/ 50 h 107"/>
                <a:gd name="T14" fmla="*/ 40 w 87"/>
                <a:gd name="T15" fmla="*/ 50 h 107"/>
                <a:gd name="T16" fmla="*/ 83 w 87"/>
                <a:gd name="T17" fmla="*/ 33 h 107"/>
                <a:gd name="T18" fmla="*/ 83 w 87"/>
                <a:gd name="T19" fmla="*/ 33 h 107"/>
                <a:gd name="T20" fmla="*/ 32 w 87"/>
                <a:gd name="T21" fmla="*/ 0 h 107"/>
                <a:gd name="T22" fmla="*/ 0 w 87"/>
                <a:gd name="T23" fmla="*/ 0 h 107"/>
                <a:gd name="T24" fmla="*/ 0 w 87"/>
                <a:gd name="T25" fmla="*/ 107 h 107"/>
                <a:gd name="T26" fmla="*/ 15 w 87"/>
                <a:gd name="T27" fmla="*/ 107 h 107"/>
                <a:gd name="T28" fmla="*/ 15 w 87"/>
                <a:gd name="T29" fmla="*/ 66 h 107"/>
                <a:gd name="T30" fmla="*/ 44 w 87"/>
                <a:gd name="T31" fmla="*/ 66 h 107"/>
                <a:gd name="T32" fmla="*/ 46 w 87"/>
                <a:gd name="T33" fmla="*/ 65 h 107"/>
                <a:gd name="T34" fmla="*/ 69 w 87"/>
                <a:gd name="T35" fmla="*/ 107 h 107"/>
                <a:gd name="T36" fmla="*/ 87 w 87"/>
                <a:gd name="T37" fmla="*/ 107 h 107"/>
                <a:gd name="T38" fmla="*/ 62 w 87"/>
                <a:gd name="T39" fmla="*/ 62 h 107"/>
                <a:gd name="T40" fmla="*/ 83 w 87"/>
                <a:gd name="T41" fmla="*/ 3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7" h="107">
                  <a:moveTo>
                    <a:pt x="40" y="50"/>
                  </a:moveTo>
                  <a:lnTo>
                    <a:pt x="40" y="50"/>
                  </a:lnTo>
                  <a:lnTo>
                    <a:pt x="15" y="50"/>
                  </a:lnTo>
                  <a:lnTo>
                    <a:pt x="15" y="16"/>
                  </a:lnTo>
                  <a:lnTo>
                    <a:pt x="38" y="16"/>
                  </a:lnTo>
                  <a:cubicBezTo>
                    <a:pt x="54" y="16"/>
                    <a:pt x="66" y="19"/>
                    <a:pt x="66" y="33"/>
                  </a:cubicBezTo>
                  <a:cubicBezTo>
                    <a:pt x="66" y="45"/>
                    <a:pt x="58" y="50"/>
                    <a:pt x="40" y="50"/>
                  </a:cubicBezTo>
                  <a:lnTo>
                    <a:pt x="40" y="50"/>
                  </a:lnTo>
                  <a:close/>
                  <a:moveTo>
                    <a:pt x="83" y="33"/>
                  </a:moveTo>
                  <a:lnTo>
                    <a:pt x="83" y="33"/>
                  </a:lnTo>
                  <a:cubicBezTo>
                    <a:pt x="83" y="5"/>
                    <a:pt x="64" y="0"/>
                    <a:pt x="32" y="0"/>
                  </a:cubicBezTo>
                  <a:lnTo>
                    <a:pt x="0" y="0"/>
                  </a:lnTo>
                  <a:lnTo>
                    <a:pt x="0" y="107"/>
                  </a:lnTo>
                  <a:lnTo>
                    <a:pt x="15" y="107"/>
                  </a:lnTo>
                  <a:lnTo>
                    <a:pt x="15" y="66"/>
                  </a:lnTo>
                  <a:lnTo>
                    <a:pt x="44" y="66"/>
                  </a:lnTo>
                  <a:cubicBezTo>
                    <a:pt x="45" y="66"/>
                    <a:pt x="46" y="66"/>
                    <a:pt x="46" y="65"/>
                  </a:cubicBezTo>
                  <a:lnTo>
                    <a:pt x="69" y="107"/>
                  </a:lnTo>
                  <a:lnTo>
                    <a:pt x="87" y="107"/>
                  </a:lnTo>
                  <a:lnTo>
                    <a:pt x="62" y="62"/>
                  </a:lnTo>
                  <a:cubicBezTo>
                    <a:pt x="76" y="56"/>
                    <a:pt x="83" y="45"/>
                    <a:pt x="83" y="3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</p:grpSp>
      <p:sp>
        <p:nvSpPr>
          <p:cNvPr id="36" name="Picture Placeholder 22">
            <a:extLst>
              <a:ext uri="{FF2B5EF4-FFF2-40B4-BE49-F238E27FC236}">
                <a16:creationId xmlns:a16="http://schemas.microsoft.com/office/drawing/2014/main" id="{8A849791-6852-4C64-AE72-FB234CCCE27F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6813533" y="1274619"/>
            <a:ext cx="5040000" cy="5040000"/>
          </a:xfrm>
          <a:custGeom>
            <a:avLst/>
            <a:gdLst>
              <a:gd name="connsiteX0" fmla="*/ 991609 w 1983218"/>
              <a:gd name="connsiteY0" fmla="*/ 0 h 1983218"/>
              <a:gd name="connsiteX1" fmla="*/ 1983218 w 1983218"/>
              <a:gd name="connsiteY1" fmla="*/ 991609 h 1983218"/>
              <a:gd name="connsiteX2" fmla="*/ 991679 w 1983218"/>
              <a:gd name="connsiteY2" fmla="*/ 1983218 h 1983218"/>
              <a:gd name="connsiteX3" fmla="*/ 236970 w 1983218"/>
              <a:gd name="connsiteY3" fmla="*/ 1634445 h 1983218"/>
              <a:gd name="connsiteX4" fmla="*/ 303087 w 1983218"/>
              <a:gd name="connsiteY4" fmla="*/ 1615274 h 1983218"/>
              <a:gd name="connsiteX5" fmla="*/ 372492 w 1983218"/>
              <a:gd name="connsiteY5" fmla="*/ 1609677 h 1983218"/>
              <a:gd name="connsiteX6" fmla="*/ 515919 w 1983218"/>
              <a:gd name="connsiteY6" fmla="*/ 1624440 h 1983218"/>
              <a:gd name="connsiteX7" fmla="*/ 637938 w 1983218"/>
              <a:gd name="connsiteY7" fmla="*/ 1637593 h 1983218"/>
              <a:gd name="connsiteX8" fmla="*/ 643955 w 1983218"/>
              <a:gd name="connsiteY8" fmla="*/ 1637523 h 1983218"/>
              <a:gd name="connsiteX9" fmla="*/ 747083 w 1983218"/>
              <a:gd name="connsiteY9" fmla="*/ 1603520 h 1983218"/>
              <a:gd name="connsiteX10" fmla="*/ 816768 w 1983218"/>
              <a:gd name="connsiteY10" fmla="*/ 1511167 h 1983218"/>
              <a:gd name="connsiteX11" fmla="*/ 835448 w 1983218"/>
              <a:gd name="connsiteY11" fmla="*/ 1457994 h 1983218"/>
              <a:gd name="connsiteX12" fmla="*/ 816558 w 1983218"/>
              <a:gd name="connsiteY12" fmla="*/ 1453166 h 1983218"/>
              <a:gd name="connsiteX13" fmla="*/ 810261 w 1983218"/>
              <a:gd name="connsiteY13" fmla="*/ 1465830 h 1983218"/>
              <a:gd name="connsiteX14" fmla="*/ 747083 w 1983218"/>
              <a:gd name="connsiteY14" fmla="*/ 1537893 h 1983218"/>
              <a:gd name="connsiteX15" fmla="*/ 701466 w 1983218"/>
              <a:gd name="connsiteY15" fmla="*/ 1559862 h 1983218"/>
              <a:gd name="connsiteX16" fmla="*/ 627303 w 1983218"/>
              <a:gd name="connsiteY16" fmla="*/ 1568748 h 1983218"/>
              <a:gd name="connsiteX17" fmla="*/ 571192 w 1983218"/>
              <a:gd name="connsiteY17" fmla="*/ 1566789 h 1983218"/>
              <a:gd name="connsiteX18" fmla="*/ 508573 w 1983218"/>
              <a:gd name="connsiteY18" fmla="*/ 1562941 h 1983218"/>
              <a:gd name="connsiteX19" fmla="*/ 443576 w 1983218"/>
              <a:gd name="connsiteY19" fmla="*/ 1560352 h 1983218"/>
              <a:gd name="connsiteX20" fmla="*/ 392922 w 1983218"/>
              <a:gd name="connsiteY20" fmla="*/ 1562871 h 1983218"/>
              <a:gd name="connsiteX21" fmla="*/ 745334 w 1983218"/>
              <a:gd name="connsiteY21" fmla="*/ 1091659 h 1983218"/>
              <a:gd name="connsiteX22" fmla="*/ 301828 w 1983218"/>
              <a:gd name="connsiteY22" fmla="*/ 1091659 h 1983218"/>
              <a:gd name="connsiteX23" fmla="*/ 267125 w 1983218"/>
              <a:gd name="connsiteY23" fmla="*/ 1225291 h 1983218"/>
              <a:gd name="connsiteX24" fmla="*/ 287835 w 1983218"/>
              <a:gd name="connsiteY24" fmla="*/ 1229979 h 1983218"/>
              <a:gd name="connsiteX25" fmla="*/ 293572 w 1983218"/>
              <a:gd name="connsiteY25" fmla="*/ 1218924 h 1983218"/>
              <a:gd name="connsiteX26" fmla="*/ 336950 w 1983218"/>
              <a:gd name="connsiteY26" fmla="*/ 1167361 h 1983218"/>
              <a:gd name="connsiteX27" fmla="*/ 380328 w 1983218"/>
              <a:gd name="connsiteY27" fmla="*/ 1149659 h 1983218"/>
              <a:gd name="connsiteX28" fmla="*/ 485975 w 1983218"/>
              <a:gd name="connsiteY28" fmla="*/ 1141474 h 1983218"/>
              <a:gd name="connsiteX29" fmla="*/ 523755 w 1983218"/>
              <a:gd name="connsiteY29" fmla="*/ 1141544 h 1983218"/>
              <a:gd name="connsiteX30" fmla="*/ 561886 w 1983218"/>
              <a:gd name="connsiteY30" fmla="*/ 1141474 h 1983218"/>
              <a:gd name="connsiteX31" fmla="*/ 210943 w 1983218"/>
              <a:gd name="connsiteY31" fmla="*/ 1602681 h 1983218"/>
              <a:gd name="connsiteX32" fmla="*/ 0 w 1983218"/>
              <a:gd name="connsiteY32" fmla="*/ 991609 h 1983218"/>
              <a:gd name="connsiteX33" fmla="*/ 991609 w 1983218"/>
              <a:gd name="connsiteY33" fmla="*/ 0 h 1983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983218" h="1983218">
                <a:moveTo>
                  <a:pt x="991609" y="0"/>
                </a:moveTo>
                <a:cubicBezTo>
                  <a:pt x="1539293" y="0"/>
                  <a:pt x="1983218" y="443996"/>
                  <a:pt x="1983218" y="991609"/>
                </a:cubicBezTo>
                <a:cubicBezTo>
                  <a:pt x="1983218" y="1539293"/>
                  <a:pt x="1539293" y="1983218"/>
                  <a:pt x="991679" y="1983218"/>
                </a:cubicBezTo>
                <a:cubicBezTo>
                  <a:pt x="689362" y="1983218"/>
                  <a:pt x="418878" y="1847767"/>
                  <a:pt x="236970" y="1634445"/>
                </a:cubicBezTo>
                <a:cubicBezTo>
                  <a:pt x="261668" y="1623390"/>
                  <a:pt x="274122" y="1619822"/>
                  <a:pt x="303087" y="1615274"/>
                </a:cubicBezTo>
                <a:cubicBezTo>
                  <a:pt x="326245" y="1611496"/>
                  <a:pt x="348494" y="1609677"/>
                  <a:pt x="372492" y="1609677"/>
                </a:cubicBezTo>
                <a:cubicBezTo>
                  <a:pt x="408314" y="1609677"/>
                  <a:pt x="444625" y="1613455"/>
                  <a:pt x="515919" y="1624440"/>
                </a:cubicBezTo>
                <a:cubicBezTo>
                  <a:pt x="586024" y="1635144"/>
                  <a:pt x="608693" y="1637593"/>
                  <a:pt x="637938" y="1637593"/>
                </a:cubicBezTo>
                <a:lnTo>
                  <a:pt x="643955" y="1637523"/>
                </a:lnTo>
                <a:cubicBezTo>
                  <a:pt x="683485" y="1636823"/>
                  <a:pt x="716858" y="1625909"/>
                  <a:pt x="747083" y="1603520"/>
                </a:cubicBezTo>
                <a:cubicBezTo>
                  <a:pt x="776468" y="1581831"/>
                  <a:pt x="797807" y="1553425"/>
                  <a:pt x="816768" y="1511167"/>
                </a:cubicBezTo>
                <a:cubicBezTo>
                  <a:pt x="826073" y="1490317"/>
                  <a:pt x="829291" y="1481362"/>
                  <a:pt x="835448" y="1457994"/>
                </a:cubicBezTo>
                <a:lnTo>
                  <a:pt x="816558" y="1453166"/>
                </a:lnTo>
                <a:cubicBezTo>
                  <a:pt x="813969" y="1458763"/>
                  <a:pt x="811660" y="1463031"/>
                  <a:pt x="810261" y="1465830"/>
                </a:cubicBezTo>
                <a:cubicBezTo>
                  <a:pt x="795918" y="1493326"/>
                  <a:pt x="771850" y="1520752"/>
                  <a:pt x="747083" y="1537893"/>
                </a:cubicBezTo>
                <a:cubicBezTo>
                  <a:pt x="732950" y="1547478"/>
                  <a:pt x="717628" y="1554895"/>
                  <a:pt x="701466" y="1559862"/>
                </a:cubicBezTo>
                <a:cubicBezTo>
                  <a:pt x="680546" y="1566229"/>
                  <a:pt x="659557" y="1568748"/>
                  <a:pt x="627303" y="1568748"/>
                </a:cubicBezTo>
                <a:cubicBezTo>
                  <a:pt x="612821" y="1568748"/>
                  <a:pt x="593720" y="1568048"/>
                  <a:pt x="571192" y="1566789"/>
                </a:cubicBezTo>
                <a:lnTo>
                  <a:pt x="508573" y="1562941"/>
                </a:lnTo>
                <a:cubicBezTo>
                  <a:pt x="479608" y="1561262"/>
                  <a:pt x="457849" y="1560352"/>
                  <a:pt x="443576" y="1560352"/>
                </a:cubicBezTo>
                <a:cubicBezTo>
                  <a:pt x="425035" y="1560352"/>
                  <a:pt x="415800" y="1560842"/>
                  <a:pt x="392922" y="1562871"/>
                </a:cubicBezTo>
                <a:lnTo>
                  <a:pt x="745334" y="1091659"/>
                </a:lnTo>
                <a:lnTo>
                  <a:pt x="301828" y="1091659"/>
                </a:lnTo>
                <a:lnTo>
                  <a:pt x="267125" y="1225291"/>
                </a:lnTo>
                <a:lnTo>
                  <a:pt x="287835" y="1229979"/>
                </a:lnTo>
                <a:cubicBezTo>
                  <a:pt x="290283" y="1224871"/>
                  <a:pt x="292242" y="1221303"/>
                  <a:pt x="293572" y="1218924"/>
                </a:cubicBezTo>
                <a:cubicBezTo>
                  <a:pt x="305116" y="1198285"/>
                  <a:pt x="322817" y="1177225"/>
                  <a:pt x="336950" y="1167361"/>
                </a:cubicBezTo>
                <a:cubicBezTo>
                  <a:pt x="348984" y="1158895"/>
                  <a:pt x="363746" y="1152948"/>
                  <a:pt x="380328" y="1149659"/>
                </a:cubicBezTo>
                <a:cubicBezTo>
                  <a:pt x="407684" y="1144342"/>
                  <a:pt x="445605" y="1141474"/>
                  <a:pt x="485975" y="1141474"/>
                </a:cubicBezTo>
                <a:lnTo>
                  <a:pt x="523755" y="1141544"/>
                </a:lnTo>
                <a:lnTo>
                  <a:pt x="561886" y="1141474"/>
                </a:lnTo>
                <a:lnTo>
                  <a:pt x="210943" y="1602681"/>
                </a:lnTo>
                <a:cubicBezTo>
                  <a:pt x="78920" y="1434276"/>
                  <a:pt x="0" y="1222213"/>
                  <a:pt x="0" y="991609"/>
                </a:cubicBezTo>
                <a:cubicBezTo>
                  <a:pt x="0" y="443996"/>
                  <a:pt x="443996" y="0"/>
                  <a:pt x="99160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93FBEF06-3376-4805-93CA-9F93395D9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4" name="Footer Placeholder 3">
            <a:extLst>
              <a:ext uri="{FF2B5EF4-FFF2-40B4-BE49-F238E27FC236}">
                <a16:creationId xmlns:a16="http://schemas.microsoft.com/office/drawing/2014/main" id="{84B6CFBF-971A-45D4-9A48-C535D13B97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8678664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box and 3 image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240E76D1-56AB-41F8-8334-371CEAB4738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079656" y="1436992"/>
            <a:ext cx="1920000" cy="192000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333">
                <a:solidFill>
                  <a:srgbClr val="2167AE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FDFBA93-64DC-4F26-953C-E4271D7A5F2C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871864" y="1436992"/>
            <a:ext cx="1920000" cy="192000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333">
                <a:solidFill>
                  <a:srgbClr val="2167AE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33BE1813-D5B5-4415-BB63-F6AD5397276E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8688288" y="1436992"/>
            <a:ext cx="1920000" cy="192000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333">
                <a:solidFill>
                  <a:srgbClr val="2167AE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6E310D89-47FE-194B-8632-078ED6BD7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659" y="260268"/>
            <a:ext cx="9586415" cy="332399"/>
          </a:xfrm>
        </p:spPr>
        <p:txBody>
          <a:bodyPr>
            <a:spAutoFit/>
          </a:bodyPr>
          <a:lstStyle>
            <a:lvl1pPr>
              <a:defRPr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C3A0D7BD-03D2-854B-B4D1-F90AD6E503C9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52658" y="610597"/>
            <a:ext cx="9586415" cy="33239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 i="0">
                <a:solidFill>
                  <a:srgbClr val="2167AE"/>
                </a:solidFill>
                <a:latin typeface="+mn-lt"/>
                <a:cs typeface="Arial" panose="020B0604020202020204" pitchFamily="34" charset="0"/>
              </a:defRPr>
            </a:lvl1pPr>
            <a:lvl2pPr marL="3428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399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noProof="0" dirty="0"/>
          </a:p>
        </p:txBody>
      </p:sp>
      <p:grpSp>
        <p:nvGrpSpPr>
          <p:cNvPr id="22" name="Group 4">
            <a:extLst>
              <a:ext uri="{FF2B5EF4-FFF2-40B4-BE49-F238E27FC236}">
                <a16:creationId xmlns:a16="http://schemas.microsoft.com/office/drawing/2014/main" id="{120CBD0B-068A-4C9D-A5D9-CC3C32A54D7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178596" y="158751"/>
            <a:ext cx="1773767" cy="683683"/>
            <a:chOff x="79" y="75"/>
            <a:chExt cx="838" cy="323"/>
          </a:xfrm>
          <a:solidFill>
            <a:schemeClr val="accent1"/>
          </a:solidFill>
        </p:grpSpPr>
        <p:sp>
          <p:nvSpPr>
            <p:cNvPr id="23" name="AutoShape 3">
              <a:extLst>
                <a:ext uri="{FF2B5EF4-FFF2-40B4-BE49-F238E27FC236}">
                  <a16:creationId xmlns:a16="http://schemas.microsoft.com/office/drawing/2014/main" id="{E104E6B1-C1DC-467A-BB1D-FF9D3EC1AC9B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9" y="75"/>
              <a:ext cx="838" cy="3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D2DB3497-EF73-45DC-A6F1-AD7FD36C2A4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9" y="155"/>
              <a:ext cx="163" cy="164"/>
            </a:xfrm>
            <a:custGeom>
              <a:avLst/>
              <a:gdLst>
                <a:gd name="T0" fmla="*/ 920 w 1841"/>
                <a:gd name="T1" fmla="*/ 0 h 1842"/>
                <a:gd name="T2" fmla="*/ 920 w 1841"/>
                <a:gd name="T3" fmla="*/ 0 h 1842"/>
                <a:gd name="T4" fmla="*/ 0 w 1841"/>
                <a:gd name="T5" fmla="*/ 921 h 1842"/>
                <a:gd name="T6" fmla="*/ 0 w 1841"/>
                <a:gd name="T7" fmla="*/ 921 h 1842"/>
                <a:gd name="T8" fmla="*/ 188 w 1841"/>
                <a:gd name="T9" fmla="*/ 1479 h 1842"/>
                <a:gd name="T10" fmla="*/ 954 w 1841"/>
                <a:gd name="T11" fmla="*/ 473 h 1842"/>
                <a:gd name="T12" fmla="*/ 871 w 1841"/>
                <a:gd name="T13" fmla="*/ 474 h 1842"/>
                <a:gd name="T14" fmla="*/ 790 w 1841"/>
                <a:gd name="T15" fmla="*/ 473 h 1842"/>
                <a:gd name="T16" fmla="*/ 561 w 1841"/>
                <a:gd name="T17" fmla="*/ 491 h 1842"/>
                <a:gd name="T18" fmla="*/ 467 w 1841"/>
                <a:gd name="T19" fmla="*/ 530 h 1842"/>
                <a:gd name="T20" fmla="*/ 374 w 1841"/>
                <a:gd name="T21" fmla="*/ 641 h 1842"/>
                <a:gd name="T22" fmla="*/ 361 w 1841"/>
                <a:gd name="T23" fmla="*/ 665 h 1842"/>
                <a:gd name="T24" fmla="*/ 316 w 1841"/>
                <a:gd name="T25" fmla="*/ 655 h 1842"/>
                <a:gd name="T26" fmla="*/ 392 w 1841"/>
                <a:gd name="T27" fmla="*/ 366 h 1842"/>
                <a:gd name="T28" fmla="*/ 1350 w 1841"/>
                <a:gd name="T29" fmla="*/ 366 h 1842"/>
                <a:gd name="T30" fmla="*/ 588 w 1841"/>
                <a:gd name="T31" fmla="*/ 1385 h 1842"/>
                <a:gd name="T32" fmla="*/ 698 w 1841"/>
                <a:gd name="T33" fmla="*/ 1379 h 1842"/>
                <a:gd name="T34" fmla="*/ 839 w 1841"/>
                <a:gd name="T35" fmla="*/ 1385 h 1842"/>
                <a:gd name="T36" fmla="*/ 974 w 1841"/>
                <a:gd name="T37" fmla="*/ 1393 h 1842"/>
                <a:gd name="T38" fmla="*/ 1095 w 1841"/>
                <a:gd name="T39" fmla="*/ 1397 h 1842"/>
                <a:gd name="T40" fmla="*/ 1255 w 1841"/>
                <a:gd name="T41" fmla="*/ 1378 h 1842"/>
                <a:gd name="T42" fmla="*/ 1354 w 1841"/>
                <a:gd name="T43" fmla="*/ 1331 h 1842"/>
                <a:gd name="T44" fmla="*/ 1491 w 1841"/>
                <a:gd name="T45" fmla="*/ 1175 h 1842"/>
                <a:gd name="T46" fmla="*/ 1504 w 1841"/>
                <a:gd name="T47" fmla="*/ 1147 h 1842"/>
                <a:gd name="T48" fmla="*/ 1545 w 1841"/>
                <a:gd name="T49" fmla="*/ 1158 h 1842"/>
                <a:gd name="T50" fmla="*/ 1505 w 1841"/>
                <a:gd name="T51" fmla="*/ 1273 h 1842"/>
                <a:gd name="T52" fmla="*/ 1354 w 1841"/>
                <a:gd name="T53" fmla="*/ 1472 h 1842"/>
                <a:gd name="T54" fmla="*/ 1131 w 1841"/>
                <a:gd name="T55" fmla="*/ 1546 h 1842"/>
                <a:gd name="T56" fmla="*/ 1118 w 1841"/>
                <a:gd name="T57" fmla="*/ 1546 h 1842"/>
                <a:gd name="T58" fmla="*/ 854 w 1841"/>
                <a:gd name="T59" fmla="*/ 1518 h 1842"/>
                <a:gd name="T60" fmla="*/ 544 w 1841"/>
                <a:gd name="T61" fmla="*/ 1486 h 1842"/>
                <a:gd name="T62" fmla="*/ 394 w 1841"/>
                <a:gd name="T63" fmla="*/ 1498 h 1842"/>
                <a:gd name="T64" fmla="*/ 242 w 1841"/>
                <a:gd name="T65" fmla="*/ 1543 h 1842"/>
                <a:gd name="T66" fmla="*/ 920 w 1841"/>
                <a:gd name="T67" fmla="*/ 1842 h 1842"/>
                <a:gd name="T68" fmla="*/ 1841 w 1841"/>
                <a:gd name="T69" fmla="*/ 921 h 1842"/>
                <a:gd name="T70" fmla="*/ 920 w 1841"/>
                <a:gd name="T71" fmla="*/ 0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41" h="1842">
                  <a:moveTo>
                    <a:pt x="920" y="0"/>
                  </a:moveTo>
                  <a:lnTo>
                    <a:pt x="920" y="0"/>
                  </a:lnTo>
                  <a:cubicBezTo>
                    <a:pt x="412" y="0"/>
                    <a:pt x="0" y="412"/>
                    <a:pt x="0" y="921"/>
                  </a:cubicBezTo>
                  <a:lnTo>
                    <a:pt x="0" y="921"/>
                  </a:lnTo>
                  <a:cubicBezTo>
                    <a:pt x="0" y="1131"/>
                    <a:pt x="70" y="1325"/>
                    <a:pt x="188" y="1479"/>
                  </a:cubicBezTo>
                  <a:lnTo>
                    <a:pt x="954" y="473"/>
                  </a:lnTo>
                  <a:lnTo>
                    <a:pt x="871" y="474"/>
                  </a:lnTo>
                  <a:lnTo>
                    <a:pt x="790" y="473"/>
                  </a:lnTo>
                  <a:cubicBezTo>
                    <a:pt x="702" y="473"/>
                    <a:pt x="620" y="480"/>
                    <a:pt x="561" y="491"/>
                  </a:cubicBezTo>
                  <a:cubicBezTo>
                    <a:pt x="525" y="498"/>
                    <a:pt x="493" y="511"/>
                    <a:pt x="467" y="530"/>
                  </a:cubicBezTo>
                  <a:cubicBezTo>
                    <a:pt x="437" y="551"/>
                    <a:pt x="399" y="596"/>
                    <a:pt x="374" y="641"/>
                  </a:cubicBezTo>
                  <a:cubicBezTo>
                    <a:pt x="371" y="646"/>
                    <a:pt x="367" y="654"/>
                    <a:pt x="361" y="665"/>
                  </a:cubicBezTo>
                  <a:lnTo>
                    <a:pt x="316" y="655"/>
                  </a:lnTo>
                  <a:lnTo>
                    <a:pt x="392" y="366"/>
                  </a:lnTo>
                  <a:lnTo>
                    <a:pt x="1350" y="366"/>
                  </a:lnTo>
                  <a:lnTo>
                    <a:pt x="588" y="1385"/>
                  </a:lnTo>
                  <a:cubicBezTo>
                    <a:pt x="638" y="1380"/>
                    <a:pt x="658" y="1379"/>
                    <a:pt x="698" y="1379"/>
                  </a:cubicBezTo>
                  <a:cubicBezTo>
                    <a:pt x="729" y="1379"/>
                    <a:pt x="776" y="1381"/>
                    <a:pt x="839" y="1385"/>
                  </a:cubicBezTo>
                  <a:lnTo>
                    <a:pt x="974" y="1393"/>
                  </a:lnTo>
                  <a:cubicBezTo>
                    <a:pt x="1023" y="1396"/>
                    <a:pt x="1064" y="1397"/>
                    <a:pt x="1095" y="1397"/>
                  </a:cubicBezTo>
                  <a:cubicBezTo>
                    <a:pt x="1165" y="1397"/>
                    <a:pt x="1210" y="1392"/>
                    <a:pt x="1255" y="1378"/>
                  </a:cubicBezTo>
                  <a:cubicBezTo>
                    <a:pt x="1290" y="1367"/>
                    <a:pt x="1324" y="1351"/>
                    <a:pt x="1354" y="1331"/>
                  </a:cubicBezTo>
                  <a:cubicBezTo>
                    <a:pt x="1408" y="1293"/>
                    <a:pt x="1460" y="1234"/>
                    <a:pt x="1491" y="1175"/>
                  </a:cubicBezTo>
                  <a:cubicBezTo>
                    <a:pt x="1494" y="1169"/>
                    <a:pt x="1499" y="1160"/>
                    <a:pt x="1504" y="1147"/>
                  </a:cubicBezTo>
                  <a:lnTo>
                    <a:pt x="1545" y="1158"/>
                  </a:lnTo>
                  <a:cubicBezTo>
                    <a:pt x="1532" y="1208"/>
                    <a:pt x="1525" y="1228"/>
                    <a:pt x="1505" y="1273"/>
                  </a:cubicBezTo>
                  <a:cubicBezTo>
                    <a:pt x="1464" y="1364"/>
                    <a:pt x="1417" y="1425"/>
                    <a:pt x="1354" y="1472"/>
                  </a:cubicBezTo>
                  <a:cubicBezTo>
                    <a:pt x="1289" y="1521"/>
                    <a:pt x="1216" y="1544"/>
                    <a:pt x="1131" y="1546"/>
                  </a:cubicBezTo>
                  <a:lnTo>
                    <a:pt x="1118" y="1546"/>
                  </a:lnTo>
                  <a:cubicBezTo>
                    <a:pt x="1055" y="1546"/>
                    <a:pt x="1006" y="1541"/>
                    <a:pt x="854" y="1518"/>
                  </a:cubicBezTo>
                  <a:cubicBezTo>
                    <a:pt x="700" y="1494"/>
                    <a:pt x="621" y="1486"/>
                    <a:pt x="544" y="1486"/>
                  </a:cubicBezTo>
                  <a:cubicBezTo>
                    <a:pt x="492" y="1486"/>
                    <a:pt x="444" y="1490"/>
                    <a:pt x="394" y="1498"/>
                  </a:cubicBezTo>
                  <a:cubicBezTo>
                    <a:pt x="328" y="1508"/>
                    <a:pt x="302" y="1516"/>
                    <a:pt x="242" y="1543"/>
                  </a:cubicBezTo>
                  <a:cubicBezTo>
                    <a:pt x="410" y="1727"/>
                    <a:pt x="652" y="1842"/>
                    <a:pt x="920" y="1842"/>
                  </a:cubicBezTo>
                  <a:cubicBezTo>
                    <a:pt x="1429" y="1842"/>
                    <a:pt x="1841" y="1430"/>
                    <a:pt x="1841" y="921"/>
                  </a:cubicBezTo>
                  <a:cubicBezTo>
                    <a:pt x="1841" y="412"/>
                    <a:pt x="1429" y="0"/>
                    <a:pt x="9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5691E393-78CA-4B9E-9494-DA83F7CB10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2" y="197"/>
              <a:ext cx="25" cy="80"/>
            </a:xfrm>
            <a:custGeom>
              <a:avLst/>
              <a:gdLst>
                <a:gd name="T0" fmla="*/ 232 w 288"/>
                <a:gd name="T1" fmla="*/ 166 h 897"/>
                <a:gd name="T2" fmla="*/ 232 w 288"/>
                <a:gd name="T3" fmla="*/ 166 h 897"/>
                <a:gd name="T4" fmla="*/ 241 w 288"/>
                <a:gd name="T5" fmla="*/ 65 h 897"/>
                <a:gd name="T6" fmla="*/ 254 w 288"/>
                <a:gd name="T7" fmla="*/ 37 h 897"/>
                <a:gd name="T8" fmla="*/ 288 w 288"/>
                <a:gd name="T9" fmla="*/ 0 h 897"/>
                <a:gd name="T10" fmla="*/ 0 w 288"/>
                <a:gd name="T11" fmla="*/ 0 h 897"/>
                <a:gd name="T12" fmla="*/ 33 w 288"/>
                <a:gd name="T13" fmla="*/ 35 h 897"/>
                <a:gd name="T14" fmla="*/ 47 w 288"/>
                <a:gd name="T15" fmla="*/ 64 h 897"/>
                <a:gd name="T16" fmla="*/ 56 w 288"/>
                <a:gd name="T17" fmla="*/ 161 h 897"/>
                <a:gd name="T18" fmla="*/ 56 w 288"/>
                <a:gd name="T19" fmla="*/ 215 h 897"/>
                <a:gd name="T20" fmla="*/ 56 w 288"/>
                <a:gd name="T21" fmla="*/ 752 h 897"/>
                <a:gd name="T22" fmla="*/ 42 w 288"/>
                <a:gd name="T23" fmla="*/ 839 h 897"/>
                <a:gd name="T24" fmla="*/ 28 w 288"/>
                <a:gd name="T25" fmla="*/ 865 h 897"/>
                <a:gd name="T26" fmla="*/ 1 w 288"/>
                <a:gd name="T27" fmla="*/ 897 h 897"/>
                <a:gd name="T28" fmla="*/ 285 w 288"/>
                <a:gd name="T29" fmla="*/ 897 h 897"/>
                <a:gd name="T30" fmla="*/ 258 w 288"/>
                <a:gd name="T31" fmla="*/ 865 h 897"/>
                <a:gd name="T32" fmla="*/ 243 w 288"/>
                <a:gd name="T33" fmla="*/ 838 h 897"/>
                <a:gd name="T34" fmla="*/ 231 w 288"/>
                <a:gd name="T35" fmla="*/ 759 h 897"/>
                <a:gd name="T36" fmla="*/ 231 w 288"/>
                <a:gd name="T37" fmla="*/ 218 h 897"/>
                <a:gd name="T38" fmla="*/ 232 w 288"/>
                <a:gd name="T39" fmla="*/ 166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88" h="897">
                  <a:moveTo>
                    <a:pt x="232" y="166"/>
                  </a:moveTo>
                  <a:lnTo>
                    <a:pt x="232" y="166"/>
                  </a:lnTo>
                  <a:cubicBezTo>
                    <a:pt x="232" y="106"/>
                    <a:pt x="233" y="89"/>
                    <a:pt x="241" y="65"/>
                  </a:cubicBezTo>
                  <a:cubicBezTo>
                    <a:pt x="244" y="55"/>
                    <a:pt x="248" y="46"/>
                    <a:pt x="254" y="37"/>
                  </a:cubicBezTo>
                  <a:cubicBezTo>
                    <a:pt x="263" y="22"/>
                    <a:pt x="270" y="14"/>
                    <a:pt x="288" y="0"/>
                  </a:cubicBezTo>
                  <a:lnTo>
                    <a:pt x="0" y="0"/>
                  </a:lnTo>
                  <a:cubicBezTo>
                    <a:pt x="18" y="16"/>
                    <a:pt x="24" y="22"/>
                    <a:pt x="33" y="35"/>
                  </a:cubicBezTo>
                  <a:cubicBezTo>
                    <a:pt x="39" y="44"/>
                    <a:pt x="44" y="54"/>
                    <a:pt x="47" y="64"/>
                  </a:cubicBezTo>
                  <a:cubicBezTo>
                    <a:pt x="53" y="86"/>
                    <a:pt x="56" y="108"/>
                    <a:pt x="56" y="161"/>
                  </a:cubicBezTo>
                  <a:cubicBezTo>
                    <a:pt x="56" y="188"/>
                    <a:pt x="56" y="206"/>
                    <a:pt x="56" y="215"/>
                  </a:cubicBezTo>
                  <a:lnTo>
                    <a:pt x="56" y="752"/>
                  </a:lnTo>
                  <a:cubicBezTo>
                    <a:pt x="56" y="784"/>
                    <a:pt x="51" y="817"/>
                    <a:pt x="42" y="839"/>
                  </a:cubicBezTo>
                  <a:cubicBezTo>
                    <a:pt x="39" y="848"/>
                    <a:pt x="34" y="857"/>
                    <a:pt x="28" y="865"/>
                  </a:cubicBezTo>
                  <a:cubicBezTo>
                    <a:pt x="21" y="875"/>
                    <a:pt x="16" y="880"/>
                    <a:pt x="1" y="897"/>
                  </a:cubicBezTo>
                  <a:lnTo>
                    <a:pt x="285" y="897"/>
                  </a:lnTo>
                  <a:cubicBezTo>
                    <a:pt x="271" y="885"/>
                    <a:pt x="266" y="879"/>
                    <a:pt x="258" y="865"/>
                  </a:cubicBezTo>
                  <a:cubicBezTo>
                    <a:pt x="252" y="856"/>
                    <a:pt x="247" y="847"/>
                    <a:pt x="243" y="838"/>
                  </a:cubicBezTo>
                  <a:cubicBezTo>
                    <a:pt x="236" y="817"/>
                    <a:pt x="231" y="787"/>
                    <a:pt x="231" y="759"/>
                  </a:cubicBezTo>
                  <a:lnTo>
                    <a:pt x="231" y="218"/>
                  </a:lnTo>
                  <a:lnTo>
                    <a:pt x="232" y="1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C65EB71A-6536-4B43-9DB4-67DC4EE291B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" y="197"/>
              <a:ext cx="77" cy="80"/>
            </a:xfrm>
            <a:custGeom>
              <a:avLst/>
              <a:gdLst>
                <a:gd name="T0" fmla="*/ 810 w 869"/>
                <a:gd name="T1" fmla="*/ 165 h 897"/>
                <a:gd name="T2" fmla="*/ 810 w 869"/>
                <a:gd name="T3" fmla="*/ 165 h 897"/>
                <a:gd name="T4" fmla="*/ 819 w 869"/>
                <a:gd name="T5" fmla="*/ 70 h 897"/>
                <a:gd name="T6" fmla="*/ 834 w 869"/>
                <a:gd name="T7" fmla="*/ 37 h 897"/>
                <a:gd name="T8" fmla="*/ 869 w 869"/>
                <a:gd name="T9" fmla="*/ 0 h 897"/>
                <a:gd name="T10" fmla="*/ 576 w 869"/>
                <a:gd name="T11" fmla="*/ 0 h 897"/>
                <a:gd name="T12" fmla="*/ 609 w 869"/>
                <a:gd name="T13" fmla="*/ 36 h 897"/>
                <a:gd name="T14" fmla="*/ 624 w 869"/>
                <a:gd name="T15" fmla="*/ 67 h 897"/>
                <a:gd name="T16" fmla="*/ 634 w 869"/>
                <a:gd name="T17" fmla="*/ 162 h 897"/>
                <a:gd name="T18" fmla="*/ 634 w 869"/>
                <a:gd name="T19" fmla="*/ 379 h 897"/>
                <a:gd name="T20" fmla="*/ 232 w 869"/>
                <a:gd name="T21" fmla="*/ 379 h 897"/>
                <a:gd name="T22" fmla="*/ 232 w 869"/>
                <a:gd name="T23" fmla="*/ 216 h 897"/>
                <a:gd name="T24" fmla="*/ 234 w 869"/>
                <a:gd name="T25" fmla="*/ 109 h 897"/>
                <a:gd name="T26" fmla="*/ 241 w 869"/>
                <a:gd name="T27" fmla="*/ 70 h 897"/>
                <a:gd name="T28" fmla="*/ 278 w 869"/>
                <a:gd name="T29" fmla="*/ 9 h 897"/>
                <a:gd name="T30" fmla="*/ 288 w 869"/>
                <a:gd name="T31" fmla="*/ 0 h 897"/>
                <a:gd name="T32" fmla="*/ 1 w 869"/>
                <a:gd name="T33" fmla="*/ 0 h 897"/>
                <a:gd name="T34" fmla="*/ 30 w 869"/>
                <a:gd name="T35" fmla="*/ 34 h 897"/>
                <a:gd name="T36" fmla="*/ 46 w 869"/>
                <a:gd name="T37" fmla="*/ 64 h 897"/>
                <a:gd name="T38" fmla="*/ 56 w 869"/>
                <a:gd name="T39" fmla="*/ 159 h 897"/>
                <a:gd name="T40" fmla="*/ 57 w 869"/>
                <a:gd name="T41" fmla="*/ 216 h 897"/>
                <a:gd name="T42" fmla="*/ 57 w 869"/>
                <a:gd name="T43" fmla="*/ 707 h 897"/>
                <a:gd name="T44" fmla="*/ 53 w 869"/>
                <a:gd name="T45" fmla="*/ 802 h 897"/>
                <a:gd name="T46" fmla="*/ 44 w 869"/>
                <a:gd name="T47" fmla="*/ 838 h 897"/>
                <a:gd name="T48" fmla="*/ 9 w 869"/>
                <a:gd name="T49" fmla="*/ 888 h 897"/>
                <a:gd name="T50" fmla="*/ 0 w 869"/>
                <a:gd name="T51" fmla="*/ 897 h 897"/>
                <a:gd name="T52" fmla="*/ 284 w 869"/>
                <a:gd name="T53" fmla="*/ 897 h 897"/>
                <a:gd name="T54" fmla="*/ 260 w 869"/>
                <a:gd name="T55" fmla="*/ 867 h 897"/>
                <a:gd name="T56" fmla="*/ 245 w 869"/>
                <a:gd name="T57" fmla="*/ 839 h 897"/>
                <a:gd name="T58" fmla="*/ 232 w 869"/>
                <a:gd name="T59" fmla="*/ 761 h 897"/>
                <a:gd name="T60" fmla="*/ 232 w 869"/>
                <a:gd name="T61" fmla="*/ 707 h 897"/>
                <a:gd name="T62" fmla="*/ 232 w 869"/>
                <a:gd name="T63" fmla="*/ 490 h 897"/>
                <a:gd name="T64" fmla="*/ 634 w 869"/>
                <a:gd name="T65" fmla="*/ 490 h 897"/>
                <a:gd name="T66" fmla="*/ 634 w 869"/>
                <a:gd name="T67" fmla="*/ 709 h 897"/>
                <a:gd name="T68" fmla="*/ 630 w 869"/>
                <a:gd name="T69" fmla="*/ 800 h 897"/>
                <a:gd name="T70" fmla="*/ 620 w 869"/>
                <a:gd name="T71" fmla="*/ 838 h 897"/>
                <a:gd name="T72" fmla="*/ 588 w 869"/>
                <a:gd name="T73" fmla="*/ 885 h 897"/>
                <a:gd name="T74" fmla="*/ 575 w 869"/>
                <a:gd name="T75" fmla="*/ 897 h 897"/>
                <a:gd name="T76" fmla="*/ 862 w 869"/>
                <a:gd name="T77" fmla="*/ 897 h 897"/>
                <a:gd name="T78" fmla="*/ 838 w 869"/>
                <a:gd name="T79" fmla="*/ 869 h 897"/>
                <a:gd name="T80" fmla="*/ 821 w 869"/>
                <a:gd name="T81" fmla="*/ 839 h 897"/>
                <a:gd name="T82" fmla="*/ 810 w 869"/>
                <a:gd name="T83" fmla="*/ 758 h 897"/>
                <a:gd name="T84" fmla="*/ 809 w 869"/>
                <a:gd name="T85" fmla="*/ 712 h 897"/>
                <a:gd name="T86" fmla="*/ 810 w 869"/>
                <a:gd name="T87" fmla="*/ 218 h 897"/>
                <a:gd name="T88" fmla="*/ 810 w 869"/>
                <a:gd name="T89" fmla="*/ 16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69" h="897">
                  <a:moveTo>
                    <a:pt x="810" y="165"/>
                  </a:moveTo>
                  <a:lnTo>
                    <a:pt x="810" y="165"/>
                  </a:lnTo>
                  <a:cubicBezTo>
                    <a:pt x="810" y="125"/>
                    <a:pt x="813" y="95"/>
                    <a:pt x="819" y="70"/>
                  </a:cubicBezTo>
                  <a:cubicBezTo>
                    <a:pt x="823" y="59"/>
                    <a:pt x="828" y="48"/>
                    <a:pt x="834" y="37"/>
                  </a:cubicBezTo>
                  <a:cubicBezTo>
                    <a:pt x="843" y="22"/>
                    <a:pt x="850" y="14"/>
                    <a:pt x="869" y="0"/>
                  </a:cubicBezTo>
                  <a:lnTo>
                    <a:pt x="576" y="0"/>
                  </a:lnTo>
                  <a:cubicBezTo>
                    <a:pt x="593" y="14"/>
                    <a:pt x="599" y="20"/>
                    <a:pt x="609" y="36"/>
                  </a:cubicBezTo>
                  <a:cubicBezTo>
                    <a:pt x="616" y="46"/>
                    <a:pt x="621" y="57"/>
                    <a:pt x="624" y="67"/>
                  </a:cubicBezTo>
                  <a:cubicBezTo>
                    <a:pt x="631" y="88"/>
                    <a:pt x="634" y="115"/>
                    <a:pt x="634" y="162"/>
                  </a:cubicBezTo>
                  <a:lnTo>
                    <a:pt x="634" y="379"/>
                  </a:lnTo>
                  <a:lnTo>
                    <a:pt x="232" y="379"/>
                  </a:lnTo>
                  <a:lnTo>
                    <a:pt x="232" y="216"/>
                  </a:lnTo>
                  <a:cubicBezTo>
                    <a:pt x="232" y="166"/>
                    <a:pt x="232" y="134"/>
                    <a:pt x="234" y="109"/>
                  </a:cubicBezTo>
                  <a:cubicBezTo>
                    <a:pt x="235" y="95"/>
                    <a:pt x="238" y="82"/>
                    <a:pt x="241" y="70"/>
                  </a:cubicBezTo>
                  <a:cubicBezTo>
                    <a:pt x="247" y="51"/>
                    <a:pt x="264" y="24"/>
                    <a:pt x="278" y="9"/>
                  </a:cubicBezTo>
                  <a:cubicBezTo>
                    <a:pt x="280" y="7"/>
                    <a:pt x="284" y="4"/>
                    <a:pt x="288" y="0"/>
                  </a:cubicBezTo>
                  <a:lnTo>
                    <a:pt x="1" y="0"/>
                  </a:lnTo>
                  <a:cubicBezTo>
                    <a:pt x="18" y="17"/>
                    <a:pt x="23" y="23"/>
                    <a:pt x="30" y="34"/>
                  </a:cubicBezTo>
                  <a:cubicBezTo>
                    <a:pt x="37" y="43"/>
                    <a:pt x="42" y="53"/>
                    <a:pt x="46" y="64"/>
                  </a:cubicBezTo>
                  <a:cubicBezTo>
                    <a:pt x="53" y="87"/>
                    <a:pt x="55" y="100"/>
                    <a:pt x="56" y="159"/>
                  </a:cubicBezTo>
                  <a:lnTo>
                    <a:pt x="57" y="216"/>
                  </a:lnTo>
                  <a:lnTo>
                    <a:pt x="57" y="707"/>
                  </a:lnTo>
                  <a:cubicBezTo>
                    <a:pt x="57" y="757"/>
                    <a:pt x="56" y="779"/>
                    <a:pt x="53" y="802"/>
                  </a:cubicBezTo>
                  <a:cubicBezTo>
                    <a:pt x="51" y="814"/>
                    <a:pt x="48" y="825"/>
                    <a:pt x="44" y="838"/>
                  </a:cubicBezTo>
                  <a:cubicBezTo>
                    <a:pt x="37" y="857"/>
                    <a:pt x="26" y="872"/>
                    <a:pt x="9" y="888"/>
                  </a:cubicBezTo>
                  <a:cubicBezTo>
                    <a:pt x="7" y="890"/>
                    <a:pt x="4" y="893"/>
                    <a:pt x="0" y="897"/>
                  </a:cubicBezTo>
                  <a:lnTo>
                    <a:pt x="284" y="897"/>
                  </a:lnTo>
                  <a:cubicBezTo>
                    <a:pt x="271" y="884"/>
                    <a:pt x="267" y="878"/>
                    <a:pt x="260" y="867"/>
                  </a:cubicBezTo>
                  <a:cubicBezTo>
                    <a:pt x="254" y="859"/>
                    <a:pt x="249" y="849"/>
                    <a:pt x="245" y="839"/>
                  </a:cubicBezTo>
                  <a:cubicBezTo>
                    <a:pt x="236" y="815"/>
                    <a:pt x="233" y="799"/>
                    <a:pt x="232" y="761"/>
                  </a:cubicBezTo>
                  <a:cubicBezTo>
                    <a:pt x="232" y="741"/>
                    <a:pt x="232" y="724"/>
                    <a:pt x="232" y="707"/>
                  </a:cubicBezTo>
                  <a:lnTo>
                    <a:pt x="232" y="490"/>
                  </a:lnTo>
                  <a:lnTo>
                    <a:pt x="634" y="490"/>
                  </a:lnTo>
                  <a:lnTo>
                    <a:pt x="634" y="709"/>
                  </a:lnTo>
                  <a:cubicBezTo>
                    <a:pt x="634" y="757"/>
                    <a:pt x="633" y="775"/>
                    <a:pt x="630" y="800"/>
                  </a:cubicBezTo>
                  <a:cubicBezTo>
                    <a:pt x="628" y="813"/>
                    <a:pt x="625" y="826"/>
                    <a:pt x="620" y="838"/>
                  </a:cubicBezTo>
                  <a:cubicBezTo>
                    <a:pt x="613" y="855"/>
                    <a:pt x="603" y="871"/>
                    <a:pt x="588" y="885"/>
                  </a:cubicBezTo>
                  <a:cubicBezTo>
                    <a:pt x="585" y="888"/>
                    <a:pt x="581" y="892"/>
                    <a:pt x="575" y="897"/>
                  </a:cubicBezTo>
                  <a:lnTo>
                    <a:pt x="862" y="897"/>
                  </a:lnTo>
                  <a:cubicBezTo>
                    <a:pt x="850" y="885"/>
                    <a:pt x="846" y="880"/>
                    <a:pt x="838" y="869"/>
                  </a:cubicBezTo>
                  <a:cubicBezTo>
                    <a:pt x="831" y="859"/>
                    <a:pt x="825" y="849"/>
                    <a:pt x="821" y="839"/>
                  </a:cubicBezTo>
                  <a:cubicBezTo>
                    <a:pt x="813" y="818"/>
                    <a:pt x="811" y="803"/>
                    <a:pt x="810" y="758"/>
                  </a:cubicBezTo>
                  <a:cubicBezTo>
                    <a:pt x="809" y="732"/>
                    <a:pt x="809" y="717"/>
                    <a:pt x="809" y="712"/>
                  </a:cubicBezTo>
                  <a:lnTo>
                    <a:pt x="810" y="218"/>
                  </a:lnTo>
                  <a:lnTo>
                    <a:pt x="810" y="16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6BBC35C7-7D0A-47E2-B2C4-06C54454704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2" y="197"/>
              <a:ext cx="73" cy="80"/>
            </a:xfrm>
            <a:custGeom>
              <a:avLst/>
              <a:gdLst>
                <a:gd name="T0" fmla="*/ 408 w 822"/>
                <a:gd name="T1" fmla="*/ 395 h 897"/>
                <a:gd name="T2" fmla="*/ 408 w 822"/>
                <a:gd name="T3" fmla="*/ 395 h 897"/>
                <a:gd name="T4" fmla="*/ 295 w 822"/>
                <a:gd name="T5" fmla="*/ 431 h 897"/>
                <a:gd name="T6" fmla="*/ 248 w 822"/>
                <a:gd name="T7" fmla="*/ 435 h 897"/>
                <a:gd name="T8" fmla="*/ 233 w 822"/>
                <a:gd name="T9" fmla="*/ 435 h 897"/>
                <a:gd name="T10" fmla="*/ 233 w 822"/>
                <a:gd name="T11" fmla="*/ 103 h 897"/>
                <a:gd name="T12" fmla="*/ 257 w 822"/>
                <a:gd name="T13" fmla="*/ 102 h 897"/>
                <a:gd name="T14" fmla="*/ 378 w 822"/>
                <a:gd name="T15" fmla="*/ 117 h 897"/>
                <a:gd name="T16" fmla="*/ 439 w 822"/>
                <a:gd name="T17" fmla="*/ 149 h 897"/>
                <a:gd name="T18" fmla="*/ 485 w 822"/>
                <a:gd name="T19" fmla="*/ 260 h 897"/>
                <a:gd name="T20" fmla="*/ 450 w 822"/>
                <a:gd name="T21" fmla="*/ 361 h 897"/>
                <a:gd name="T22" fmla="*/ 408 w 822"/>
                <a:gd name="T23" fmla="*/ 395 h 897"/>
                <a:gd name="T24" fmla="*/ 408 w 822"/>
                <a:gd name="T25" fmla="*/ 395 h 897"/>
                <a:gd name="T26" fmla="*/ 750 w 822"/>
                <a:gd name="T27" fmla="*/ 835 h 897"/>
                <a:gd name="T28" fmla="*/ 750 w 822"/>
                <a:gd name="T29" fmla="*/ 835 h 897"/>
                <a:gd name="T30" fmla="*/ 649 w 822"/>
                <a:gd name="T31" fmla="*/ 730 h 897"/>
                <a:gd name="T32" fmla="*/ 583 w 822"/>
                <a:gd name="T33" fmla="*/ 657 h 897"/>
                <a:gd name="T34" fmla="*/ 444 w 822"/>
                <a:gd name="T35" fmla="*/ 493 h 897"/>
                <a:gd name="T36" fmla="*/ 484 w 822"/>
                <a:gd name="T37" fmla="*/ 480 h 897"/>
                <a:gd name="T38" fmla="*/ 594 w 822"/>
                <a:gd name="T39" fmla="*/ 416 h 897"/>
                <a:gd name="T40" fmla="*/ 665 w 822"/>
                <a:gd name="T41" fmla="*/ 313 h 897"/>
                <a:gd name="T42" fmla="*/ 676 w 822"/>
                <a:gd name="T43" fmla="*/ 244 h 897"/>
                <a:gd name="T44" fmla="*/ 615 w 822"/>
                <a:gd name="T45" fmla="*/ 97 h 897"/>
                <a:gd name="T46" fmla="*/ 470 w 822"/>
                <a:gd name="T47" fmla="*/ 16 h 897"/>
                <a:gd name="T48" fmla="*/ 316 w 822"/>
                <a:gd name="T49" fmla="*/ 1 h 897"/>
                <a:gd name="T50" fmla="*/ 233 w 822"/>
                <a:gd name="T51" fmla="*/ 0 h 897"/>
                <a:gd name="T52" fmla="*/ 2 w 822"/>
                <a:gd name="T53" fmla="*/ 0 h 897"/>
                <a:gd name="T54" fmla="*/ 32 w 822"/>
                <a:gd name="T55" fmla="*/ 33 h 897"/>
                <a:gd name="T56" fmla="*/ 47 w 822"/>
                <a:gd name="T57" fmla="*/ 66 h 897"/>
                <a:gd name="T58" fmla="*/ 56 w 822"/>
                <a:gd name="T59" fmla="*/ 162 h 897"/>
                <a:gd name="T60" fmla="*/ 56 w 822"/>
                <a:gd name="T61" fmla="*/ 750 h 897"/>
                <a:gd name="T62" fmla="*/ 46 w 822"/>
                <a:gd name="T63" fmla="*/ 837 h 897"/>
                <a:gd name="T64" fmla="*/ 31 w 822"/>
                <a:gd name="T65" fmla="*/ 865 h 897"/>
                <a:gd name="T66" fmla="*/ 0 w 822"/>
                <a:gd name="T67" fmla="*/ 897 h 897"/>
                <a:gd name="T68" fmla="*/ 285 w 822"/>
                <a:gd name="T69" fmla="*/ 897 h 897"/>
                <a:gd name="T70" fmla="*/ 261 w 822"/>
                <a:gd name="T71" fmla="*/ 867 h 897"/>
                <a:gd name="T72" fmla="*/ 245 w 822"/>
                <a:gd name="T73" fmla="*/ 840 h 897"/>
                <a:gd name="T74" fmla="*/ 234 w 822"/>
                <a:gd name="T75" fmla="*/ 757 h 897"/>
                <a:gd name="T76" fmla="*/ 233 w 822"/>
                <a:gd name="T77" fmla="*/ 712 h 897"/>
                <a:gd name="T78" fmla="*/ 233 w 822"/>
                <a:gd name="T79" fmla="*/ 510 h 897"/>
                <a:gd name="T80" fmla="*/ 400 w 822"/>
                <a:gd name="T81" fmla="*/ 710 h 897"/>
                <a:gd name="T82" fmla="*/ 437 w 822"/>
                <a:gd name="T83" fmla="*/ 753 h 897"/>
                <a:gd name="T84" fmla="*/ 481 w 822"/>
                <a:gd name="T85" fmla="*/ 801 h 897"/>
                <a:gd name="T86" fmla="*/ 573 w 822"/>
                <a:gd name="T87" fmla="*/ 875 h 897"/>
                <a:gd name="T88" fmla="*/ 662 w 822"/>
                <a:gd name="T89" fmla="*/ 896 h 897"/>
                <a:gd name="T90" fmla="*/ 709 w 822"/>
                <a:gd name="T91" fmla="*/ 897 h 897"/>
                <a:gd name="T92" fmla="*/ 822 w 822"/>
                <a:gd name="T93" fmla="*/ 897 h 897"/>
                <a:gd name="T94" fmla="*/ 789 w 822"/>
                <a:gd name="T95" fmla="*/ 870 h 897"/>
                <a:gd name="T96" fmla="*/ 750 w 822"/>
                <a:gd name="T97" fmla="*/ 83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2" h="897">
                  <a:moveTo>
                    <a:pt x="408" y="395"/>
                  </a:moveTo>
                  <a:lnTo>
                    <a:pt x="408" y="395"/>
                  </a:lnTo>
                  <a:cubicBezTo>
                    <a:pt x="376" y="413"/>
                    <a:pt x="343" y="424"/>
                    <a:pt x="295" y="431"/>
                  </a:cubicBezTo>
                  <a:cubicBezTo>
                    <a:pt x="277" y="434"/>
                    <a:pt x="261" y="435"/>
                    <a:pt x="248" y="435"/>
                  </a:cubicBezTo>
                  <a:cubicBezTo>
                    <a:pt x="243" y="435"/>
                    <a:pt x="240" y="435"/>
                    <a:pt x="233" y="435"/>
                  </a:cubicBezTo>
                  <a:lnTo>
                    <a:pt x="233" y="103"/>
                  </a:lnTo>
                  <a:cubicBezTo>
                    <a:pt x="245" y="102"/>
                    <a:pt x="249" y="102"/>
                    <a:pt x="257" y="102"/>
                  </a:cubicBezTo>
                  <a:cubicBezTo>
                    <a:pt x="301" y="102"/>
                    <a:pt x="344" y="107"/>
                    <a:pt x="378" y="117"/>
                  </a:cubicBezTo>
                  <a:cubicBezTo>
                    <a:pt x="400" y="123"/>
                    <a:pt x="421" y="135"/>
                    <a:pt x="439" y="149"/>
                  </a:cubicBezTo>
                  <a:cubicBezTo>
                    <a:pt x="469" y="175"/>
                    <a:pt x="485" y="213"/>
                    <a:pt x="485" y="260"/>
                  </a:cubicBezTo>
                  <a:cubicBezTo>
                    <a:pt x="485" y="300"/>
                    <a:pt x="473" y="335"/>
                    <a:pt x="450" y="361"/>
                  </a:cubicBezTo>
                  <a:cubicBezTo>
                    <a:pt x="439" y="373"/>
                    <a:pt x="425" y="385"/>
                    <a:pt x="408" y="395"/>
                  </a:cubicBezTo>
                  <a:lnTo>
                    <a:pt x="408" y="395"/>
                  </a:lnTo>
                  <a:close/>
                  <a:moveTo>
                    <a:pt x="750" y="835"/>
                  </a:moveTo>
                  <a:lnTo>
                    <a:pt x="750" y="835"/>
                  </a:lnTo>
                  <a:cubicBezTo>
                    <a:pt x="719" y="804"/>
                    <a:pt x="691" y="776"/>
                    <a:pt x="649" y="730"/>
                  </a:cubicBezTo>
                  <a:cubicBezTo>
                    <a:pt x="622" y="702"/>
                    <a:pt x="600" y="677"/>
                    <a:pt x="583" y="657"/>
                  </a:cubicBezTo>
                  <a:lnTo>
                    <a:pt x="444" y="493"/>
                  </a:lnTo>
                  <a:cubicBezTo>
                    <a:pt x="461" y="488"/>
                    <a:pt x="468" y="486"/>
                    <a:pt x="484" y="480"/>
                  </a:cubicBezTo>
                  <a:cubicBezTo>
                    <a:pt x="529" y="462"/>
                    <a:pt x="563" y="442"/>
                    <a:pt x="594" y="416"/>
                  </a:cubicBezTo>
                  <a:cubicBezTo>
                    <a:pt x="630" y="386"/>
                    <a:pt x="652" y="354"/>
                    <a:pt x="665" y="313"/>
                  </a:cubicBezTo>
                  <a:cubicBezTo>
                    <a:pt x="673" y="291"/>
                    <a:pt x="676" y="267"/>
                    <a:pt x="676" y="244"/>
                  </a:cubicBezTo>
                  <a:cubicBezTo>
                    <a:pt x="676" y="189"/>
                    <a:pt x="656" y="139"/>
                    <a:pt x="615" y="97"/>
                  </a:cubicBezTo>
                  <a:cubicBezTo>
                    <a:pt x="579" y="58"/>
                    <a:pt x="527" y="30"/>
                    <a:pt x="470" y="16"/>
                  </a:cubicBezTo>
                  <a:cubicBezTo>
                    <a:pt x="429" y="7"/>
                    <a:pt x="388" y="2"/>
                    <a:pt x="316" y="1"/>
                  </a:cubicBezTo>
                  <a:cubicBezTo>
                    <a:pt x="289" y="0"/>
                    <a:pt x="262" y="0"/>
                    <a:pt x="233" y="0"/>
                  </a:cubicBezTo>
                  <a:lnTo>
                    <a:pt x="2" y="0"/>
                  </a:lnTo>
                  <a:cubicBezTo>
                    <a:pt x="17" y="14"/>
                    <a:pt x="23" y="20"/>
                    <a:pt x="32" y="33"/>
                  </a:cubicBezTo>
                  <a:cubicBezTo>
                    <a:pt x="38" y="44"/>
                    <a:pt x="44" y="55"/>
                    <a:pt x="47" y="66"/>
                  </a:cubicBezTo>
                  <a:cubicBezTo>
                    <a:pt x="53" y="86"/>
                    <a:pt x="56" y="114"/>
                    <a:pt x="56" y="162"/>
                  </a:cubicBezTo>
                  <a:lnTo>
                    <a:pt x="56" y="750"/>
                  </a:lnTo>
                  <a:cubicBezTo>
                    <a:pt x="56" y="793"/>
                    <a:pt x="53" y="817"/>
                    <a:pt x="46" y="837"/>
                  </a:cubicBezTo>
                  <a:cubicBezTo>
                    <a:pt x="42" y="847"/>
                    <a:pt x="37" y="857"/>
                    <a:pt x="31" y="865"/>
                  </a:cubicBezTo>
                  <a:cubicBezTo>
                    <a:pt x="22" y="876"/>
                    <a:pt x="17" y="882"/>
                    <a:pt x="0" y="897"/>
                  </a:cubicBezTo>
                  <a:lnTo>
                    <a:pt x="285" y="897"/>
                  </a:lnTo>
                  <a:cubicBezTo>
                    <a:pt x="273" y="883"/>
                    <a:pt x="269" y="878"/>
                    <a:pt x="261" y="867"/>
                  </a:cubicBezTo>
                  <a:cubicBezTo>
                    <a:pt x="254" y="859"/>
                    <a:pt x="249" y="850"/>
                    <a:pt x="245" y="840"/>
                  </a:cubicBezTo>
                  <a:cubicBezTo>
                    <a:pt x="238" y="820"/>
                    <a:pt x="234" y="799"/>
                    <a:pt x="234" y="757"/>
                  </a:cubicBezTo>
                  <a:cubicBezTo>
                    <a:pt x="234" y="744"/>
                    <a:pt x="233" y="729"/>
                    <a:pt x="233" y="712"/>
                  </a:cubicBezTo>
                  <a:lnTo>
                    <a:pt x="233" y="510"/>
                  </a:lnTo>
                  <a:lnTo>
                    <a:pt x="400" y="710"/>
                  </a:lnTo>
                  <a:cubicBezTo>
                    <a:pt x="407" y="719"/>
                    <a:pt x="420" y="734"/>
                    <a:pt x="437" y="753"/>
                  </a:cubicBezTo>
                  <a:cubicBezTo>
                    <a:pt x="456" y="775"/>
                    <a:pt x="471" y="791"/>
                    <a:pt x="481" y="801"/>
                  </a:cubicBezTo>
                  <a:cubicBezTo>
                    <a:pt x="513" y="835"/>
                    <a:pt x="543" y="859"/>
                    <a:pt x="573" y="875"/>
                  </a:cubicBezTo>
                  <a:cubicBezTo>
                    <a:pt x="599" y="889"/>
                    <a:pt x="624" y="895"/>
                    <a:pt x="662" y="896"/>
                  </a:cubicBezTo>
                  <a:cubicBezTo>
                    <a:pt x="677" y="897"/>
                    <a:pt x="693" y="897"/>
                    <a:pt x="709" y="897"/>
                  </a:cubicBezTo>
                  <a:lnTo>
                    <a:pt x="822" y="897"/>
                  </a:lnTo>
                  <a:cubicBezTo>
                    <a:pt x="807" y="885"/>
                    <a:pt x="800" y="880"/>
                    <a:pt x="789" y="870"/>
                  </a:cubicBezTo>
                  <a:cubicBezTo>
                    <a:pt x="777" y="859"/>
                    <a:pt x="764" y="848"/>
                    <a:pt x="750" y="83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A584396E-C3BB-4279-AED5-86C460BF26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9" y="195"/>
              <a:ext cx="68" cy="84"/>
            </a:xfrm>
            <a:custGeom>
              <a:avLst/>
              <a:gdLst>
                <a:gd name="T0" fmla="*/ 668 w 765"/>
                <a:gd name="T1" fmla="*/ 790 h 944"/>
                <a:gd name="T2" fmla="*/ 668 w 765"/>
                <a:gd name="T3" fmla="*/ 790 h 944"/>
                <a:gd name="T4" fmla="*/ 512 w 765"/>
                <a:gd name="T5" fmla="*/ 823 h 944"/>
                <a:gd name="T6" fmla="*/ 281 w 765"/>
                <a:gd name="T7" fmla="*/ 727 h 944"/>
                <a:gd name="T8" fmla="*/ 191 w 765"/>
                <a:gd name="T9" fmla="*/ 478 h 944"/>
                <a:gd name="T10" fmla="*/ 272 w 765"/>
                <a:gd name="T11" fmla="*/ 236 h 944"/>
                <a:gd name="T12" fmla="*/ 354 w 765"/>
                <a:gd name="T13" fmla="*/ 170 h 944"/>
                <a:gd name="T14" fmla="*/ 527 w 765"/>
                <a:gd name="T15" fmla="*/ 126 h 944"/>
                <a:gd name="T16" fmla="*/ 688 w 765"/>
                <a:gd name="T17" fmla="*/ 159 h 944"/>
                <a:gd name="T18" fmla="*/ 762 w 765"/>
                <a:gd name="T19" fmla="*/ 199 h 944"/>
                <a:gd name="T20" fmla="*/ 762 w 765"/>
                <a:gd name="T21" fmla="*/ 31 h 944"/>
                <a:gd name="T22" fmla="*/ 708 w 765"/>
                <a:gd name="T23" fmla="*/ 16 h 944"/>
                <a:gd name="T24" fmla="*/ 550 w 765"/>
                <a:gd name="T25" fmla="*/ 0 h 944"/>
                <a:gd name="T26" fmla="*/ 294 w 765"/>
                <a:gd name="T27" fmla="*/ 48 h 944"/>
                <a:gd name="T28" fmla="*/ 171 w 765"/>
                <a:gd name="T29" fmla="*/ 121 h 944"/>
                <a:gd name="T30" fmla="*/ 0 w 765"/>
                <a:gd name="T31" fmla="*/ 488 h 944"/>
                <a:gd name="T32" fmla="*/ 164 w 765"/>
                <a:gd name="T33" fmla="*/ 840 h 944"/>
                <a:gd name="T34" fmla="*/ 499 w 765"/>
                <a:gd name="T35" fmla="*/ 944 h 944"/>
                <a:gd name="T36" fmla="*/ 751 w 765"/>
                <a:gd name="T37" fmla="*/ 904 h 944"/>
                <a:gd name="T38" fmla="*/ 765 w 765"/>
                <a:gd name="T39" fmla="*/ 899 h 944"/>
                <a:gd name="T40" fmla="*/ 765 w 765"/>
                <a:gd name="T41" fmla="*/ 736 h 944"/>
                <a:gd name="T42" fmla="*/ 724 w 765"/>
                <a:gd name="T43" fmla="*/ 763 h 944"/>
                <a:gd name="T44" fmla="*/ 668 w 765"/>
                <a:gd name="T45" fmla="*/ 790 h 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65" h="944">
                  <a:moveTo>
                    <a:pt x="668" y="790"/>
                  </a:moveTo>
                  <a:lnTo>
                    <a:pt x="668" y="790"/>
                  </a:lnTo>
                  <a:cubicBezTo>
                    <a:pt x="614" y="813"/>
                    <a:pt x="565" y="823"/>
                    <a:pt x="512" y="823"/>
                  </a:cubicBezTo>
                  <a:cubicBezTo>
                    <a:pt x="419" y="823"/>
                    <a:pt x="340" y="790"/>
                    <a:pt x="281" y="727"/>
                  </a:cubicBezTo>
                  <a:cubicBezTo>
                    <a:pt x="222" y="664"/>
                    <a:pt x="191" y="577"/>
                    <a:pt x="191" y="478"/>
                  </a:cubicBezTo>
                  <a:cubicBezTo>
                    <a:pt x="191" y="384"/>
                    <a:pt x="220" y="297"/>
                    <a:pt x="272" y="236"/>
                  </a:cubicBezTo>
                  <a:cubicBezTo>
                    <a:pt x="295" y="210"/>
                    <a:pt x="322" y="187"/>
                    <a:pt x="354" y="170"/>
                  </a:cubicBezTo>
                  <a:cubicBezTo>
                    <a:pt x="404" y="141"/>
                    <a:pt x="463" y="126"/>
                    <a:pt x="527" y="126"/>
                  </a:cubicBezTo>
                  <a:cubicBezTo>
                    <a:pt x="582" y="126"/>
                    <a:pt x="635" y="137"/>
                    <a:pt x="688" y="159"/>
                  </a:cubicBezTo>
                  <a:cubicBezTo>
                    <a:pt x="722" y="172"/>
                    <a:pt x="734" y="179"/>
                    <a:pt x="762" y="199"/>
                  </a:cubicBezTo>
                  <a:lnTo>
                    <a:pt x="762" y="31"/>
                  </a:lnTo>
                  <a:cubicBezTo>
                    <a:pt x="740" y="24"/>
                    <a:pt x="731" y="21"/>
                    <a:pt x="708" y="16"/>
                  </a:cubicBezTo>
                  <a:cubicBezTo>
                    <a:pt x="656" y="5"/>
                    <a:pt x="606" y="0"/>
                    <a:pt x="550" y="0"/>
                  </a:cubicBezTo>
                  <a:cubicBezTo>
                    <a:pt x="453" y="0"/>
                    <a:pt x="370" y="16"/>
                    <a:pt x="294" y="48"/>
                  </a:cubicBezTo>
                  <a:cubicBezTo>
                    <a:pt x="249" y="67"/>
                    <a:pt x="207" y="91"/>
                    <a:pt x="171" y="121"/>
                  </a:cubicBezTo>
                  <a:cubicBezTo>
                    <a:pt x="60" y="210"/>
                    <a:pt x="0" y="339"/>
                    <a:pt x="0" y="488"/>
                  </a:cubicBezTo>
                  <a:cubicBezTo>
                    <a:pt x="0" y="632"/>
                    <a:pt x="58" y="756"/>
                    <a:pt x="164" y="840"/>
                  </a:cubicBezTo>
                  <a:cubicBezTo>
                    <a:pt x="251" y="909"/>
                    <a:pt x="364" y="944"/>
                    <a:pt x="499" y="944"/>
                  </a:cubicBezTo>
                  <a:cubicBezTo>
                    <a:pt x="583" y="944"/>
                    <a:pt x="662" y="931"/>
                    <a:pt x="751" y="904"/>
                  </a:cubicBezTo>
                  <a:cubicBezTo>
                    <a:pt x="754" y="903"/>
                    <a:pt x="759" y="901"/>
                    <a:pt x="765" y="899"/>
                  </a:cubicBezTo>
                  <a:lnTo>
                    <a:pt x="765" y="736"/>
                  </a:lnTo>
                  <a:cubicBezTo>
                    <a:pt x="744" y="750"/>
                    <a:pt x="736" y="755"/>
                    <a:pt x="724" y="763"/>
                  </a:cubicBezTo>
                  <a:cubicBezTo>
                    <a:pt x="706" y="773"/>
                    <a:pt x="688" y="782"/>
                    <a:pt x="668" y="79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5F2F9B40-5A8A-438C-941A-F5B69038E2E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1" y="197"/>
              <a:ext cx="78" cy="83"/>
            </a:xfrm>
            <a:custGeom>
              <a:avLst/>
              <a:gdLst>
                <a:gd name="T0" fmla="*/ 631 w 885"/>
                <a:gd name="T1" fmla="*/ 34 h 927"/>
                <a:gd name="T2" fmla="*/ 631 w 885"/>
                <a:gd name="T3" fmla="*/ 34 h 927"/>
                <a:gd name="T4" fmla="*/ 644 w 885"/>
                <a:gd name="T5" fmla="*/ 65 h 927"/>
                <a:gd name="T6" fmla="*/ 652 w 885"/>
                <a:gd name="T7" fmla="*/ 159 h 927"/>
                <a:gd name="T8" fmla="*/ 652 w 885"/>
                <a:gd name="T9" fmla="*/ 500 h 927"/>
                <a:gd name="T10" fmla="*/ 645 w 885"/>
                <a:gd name="T11" fmla="*/ 652 h 927"/>
                <a:gd name="T12" fmla="*/ 621 w 885"/>
                <a:gd name="T13" fmla="*/ 718 h 927"/>
                <a:gd name="T14" fmla="*/ 511 w 885"/>
                <a:gd name="T15" fmla="*/ 795 h 927"/>
                <a:gd name="T16" fmla="*/ 448 w 885"/>
                <a:gd name="T17" fmla="*/ 802 h 927"/>
                <a:gd name="T18" fmla="*/ 272 w 885"/>
                <a:gd name="T19" fmla="*/ 726 h 927"/>
                <a:gd name="T20" fmla="*/ 240 w 885"/>
                <a:gd name="T21" fmla="*/ 562 h 927"/>
                <a:gd name="T22" fmla="*/ 239 w 885"/>
                <a:gd name="T23" fmla="*/ 488 h 927"/>
                <a:gd name="T24" fmla="*/ 239 w 885"/>
                <a:gd name="T25" fmla="*/ 218 h 927"/>
                <a:gd name="T26" fmla="*/ 241 w 885"/>
                <a:gd name="T27" fmla="*/ 114 h 927"/>
                <a:gd name="T28" fmla="*/ 248 w 885"/>
                <a:gd name="T29" fmla="*/ 73 h 927"/>
                <a:gd name="T30" fmla="*/ 284 w 885"/>
                <a:gd name="T31" fmla="*/ 8 h 927"/>
                <a:gd name="T32" fmla="*/ 291 w 885"/>
                <a:gd name="T33" fmla="*/ 0 h 927"/>
                <a:gd name="T34" fmla="*/ 0 w 885"/>
                <a:gd name="T35" fmla="*/ 0 h 927"/>
                <a:gd name="T36" fmla="*/ 32 w 885"/>
                <a:gd name="T37" fmla="*/ 36 h 927"/>
                <a:gd name="T38" fmla="*/ 45 w 885"/>
                <a:gd name="T39" fmla="*/ 67 h 927"/>
                <a:gd name="T40" fmla="*/ 51 w 885"/>
                <a:gd name="T41" fmla="*/ 109 h 927"/>
                <a:gd name="T42" fmla="*/ 51 w 885"/>
                <a:gd name="T43" fmla="*/ 164 h 927"/>
                <a:gd name="T44" fmla="*/ 52 w 885"/>
                <a:gd name="T45" fmla="*/ 216 h 927"/>
                <a:gd name="T46" fmla="*/ 52 w 885"/>
                <a:gd name="T47" fmla="*/ 473 h 927"/>
                <a:gd name="T48" fmla="*/ 55 w 885"/>
                <a:gd name="T49" fmla="*/ 631 h 927"/>
                <a:gd name="T50" fmla="*/ 118 w 885"/>
                <a:gd name="T51" fmla="*/ 796 h 927"/>
                <a:gd name="T52" fmla="*/ 435 w 885"/>
                <a:gd name="T53" fmla="*/ 927 h 927"/>
                <a:gd name="T54" fmla="*/ 615 w 885"/>
                <a:gd name="T55" fmla="*/ 898 h 927"/>
                <a:gd name="T56" fmla="*/ 748 w 885"/>
                <a:gd name="T57" fmla="*/ 809 h 927"/>
                <a:gd name="T58" fmla="*/ 821 w 885"/>
                <a:gd name="T59" fmla="*/ 635 h 927"/>
                <a:gd name="T60" fmla="*/ 827 w 885"/>
                <a:gd name="T61" fmla="*/ 475 h 927"/>
                <a:gd name="T62" fmla="*/ 827 w 885"/>
                <a:gd name="T63" fmla="*/ 217 h 927"/>
                <a:gd name="T64" fmla="*/ 826 w 885"/>
                <a:gd name="T65" fmla="*/ 165 h 927"/>
                <a:gd name="T66" fmla="*/ 826 w 885"/>
                <a:gd name="T67" fmla="*/ 155 h 927"/>
                <a:gd name="T68" fmla="*/ 834 w 885"/>
                <a:gd name="T69" fmla="*/ 73 h 927"/>
                <a:gd name="T70" fmla="*/ 849 w 885"/>
                <a:gd name="T71" fmla="*/ 37 h 927"/>
                <a:gd name="T72" fmla="*/ 885 w 885"/>
                <a:gd name="T73" fmla="*/ 0 h 927"/>
                <a:gd name="T74" fmla="*/ 599 w 885"/>
                <a:gd name="T75" fmla="*/ 0 h 927"/>
                <a:gd name="T76" fmla="*/ 631 w 885"/>
                <a:gd name="T77" fmla="*/ 34 h 9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85" h="927">
                  <a:moveTo>
                    <a:pt x="631" y="34"/>
                  </a:moveTo>
                  <a:lnTo>
                    <a:pt x="631" y="34"/>
                  </a:lnTo>
                  <a:cubicBezTo>
                    <a:pt x="637" y="44"/>
                    <a:pt x="641" y="54"/>
                    <a:pt x="644" y="65"/>
                  </a:cubicBezTo>
                  <a:cubicBezTo>
                    <a:pt x="650" y="87"/>
                    <a:pt x="652" y="108"/>
                    <a:pt x="652" y="159"/>
                  </a:cubicBezTo>
                  <a:lnTo>
                    <a:pt x="652" y="500"/>
                  </a:lnTo>
                  <a:cubicBezTo>
                    <a:pt x="652" y="573"/>
                    <a:pt x="650" y="617"/>
                    <a:pt x="645" y="652"/>
                  </a:cubicBezTo>
                  <a:cubicBezTo>
                    <a:pt x="641" y="676"/>
                    <a:pt x="633" y="698"/>
                    <a:pt x="621" y="718"/>
                  </a:cubicBezTo>
                  <a:cubicBezTo>
                    <a:pt x="600" y="755"/>
                    <a:pt x="559" y="783"/>
                    <a:pt x="511" y="795"/>
                  </a:cubicBezTo>
                  <a:cubicBezTo>
                    <a:pt x="492" y="800"/>
                    <a:pt x="470" y="802"/>
                    <a:pt x="448" y="802"/>
                  </a:cubicBezTo>
                  <a:cubicBezTo>
                    <a:pt x="371" y="802"/>
                    <a:pt x="304" y="773"/>
                    <a:pt x="272" y="726"/>
                  </a:cubicBezTo>
                  <a:cubicBezTo>
                    <a:pt x="248" y="690"/>
                    <a:pt x="241" y="655"/>
                    <a:pt x="240" y="562"/>
                  </a:cubicBezTo>
                  <a:lnTo>
                    <a:pt x="239" y="488"/>
                  </a:lnTo>
                  <a:lnTo>
                    <a:pt x="239" y="218"/>
                  </a:lnTo>
                  <a:cubicBezTo>
                    <a:pt x="239" y="166"/>
                    <a:pt x="239" y="141"/>
                    <a:pt x="241" y="114"/>
                  </a:cubicBezTo>
                  <a:cubicBezTo>
                    <a:pt x="242" y="98"/>
                    <a:pt x="244" y="84"/>
                    <a:pt x="248" y="73"/>
                  </a:cubicBezTo>
                  <a:cubicBezTo>
                    <a:pt x="254" y="52"/>
                    <a:pt x="269" y="25"/>
                    <a:pt x="284" y="8"/>
                  </a:cubicBezTo>
                  <a:cubicBezTo>
                    <a:pt x="286" y="6"/>
                    <a:pt x="288" y="3"/>
                    <a:pt x="291" y="0"/>
                  </a:cubicBezTo>
                  <a:lnTo>
                    <a:pt x="0" y="0"/>
                  </a:lnTo>
                  <a:cubicBezTo>
                    <a:pt x="18" y="15"/>
                    <a:pt x="23" y="21"/>
                    <a:pt x="32" y="36"/>
                  </a:cubicBezTo>
                  <a:cubicBezTo>
                    <a:pt x="38" y="46"/>
                    <a:pt x="42" y="56"/>
                    <a:pt x="45" y="67"/>
                  </a:cubicBezTo>
                  <a:cubicBezTo>
                    <a:pt x="48" y="81"/>
                    <a:pt x="51" y="95"/>
                    <a:pt x="51" y="109"/>
                  </a:cubicBezTo>
                  <a:cubicBezTo>
                    <a:pt x="51" y="117"/>
                    <a:pt x="51" y="136"/>
                    <a:pt x="51" y="164"/>
                  </a:cubicBezTo>
                  <a:lnTo>
                    <a:pt x="52" y="216"/>
                  </a:lnTo>
                  <a:lnTo>
                    <a:pt x="52" y="473"/>
                  </a:lnTo>
                  <a:cubicBezTo>
                    <a:pt x="52" y="569"/>
                    <a:pt x="52" y="593"/>
                    <a:pt x="55" y="631"/>
                  </a:cubicBezTo>
                  <a:cubicBezTo>
                    <a:pt x="61" y="697"/>
                    <a:pt x="80" y="749"/>
                    <a:pt x="118" y="796"/>
                  </a:cubicBezTo>
                  <a:cubicBezTo>
                    <a:pt x="186" y="882"/>
                    <a:pt x="295" y="927"/>
                    <a:pt x="435" y="927"/>
                  </a:cubicBezTo>
                  <a:cubicBezTo>
                    <a:pt x="501" y="927"/>
                    <a:pt x="566" y="916"/>
                    <a:pt x="615" y="898"/>
                  </a:cubicBezTo>
                  <a:cubicBezTo>
                    <a:pt x="667" y="879"/>
                    <a:pt x="714" y="847"/>
                    <a:pt x="748" y="809"/>
                  </a:cubicBezTo>
                  <a:cubicBezTo>
                    <a:pt x="790" y="763"/>
                    <a:pt x="814" y="705"/>
                    <a:pt x="821" y="635"/>
                  </a:cubicBezTo>
                  <a:cubicBezTo>
                    <a:pt x="825" y="594"/>
                    <a:pt x="827" y="545"/>
                    <a:pt x="827" y="475"/>
                  </a:cubicBezTo>
                  <a:lnTo>
                    <a:pt x="827" y="217"/>
                  </a:lnTo>
                  <a:lnTo>
                    <a:pt x="826" y="165"/>
                  </a:lnTo>
                  <a:lnTo>
                    <a:pt x="826" y="155"/>
                  </a:lnTo>
                  <a:cubicBezTo>
                    <a:pt x="826" y="117"/>
                    <a:pt x="828" y="94"/>
                    <a:pt x="834" y="73"/>
                  </a:cubicBezTo>
                  <a:cubicBezTo>
                    <a:pt x="837" y="61"/>
                    <a:pt x="842" y="48"/>
                    <a:pt x="849" y="37"/>
                  </a:cubicBezTo>
                  <a:cubicBezTo>
                    <a:pt x="859" y="22"/>
                    <a:pt x="866" y="15"/>
                    <a:pt x="885" y="0"/>
                  </a:cubicBezTo>
                  <a:lnTo>
                    <a:pt x="599" y="0"/>
                  </a:lnTo>
                  <a:cubicBezTo>
                    <a:pt x="616" y="13"/>
                    <a:pt x="622" y="20"/>
                    <a:pt x="631" y="3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BBE2A4D2-785C-41E1-80BD-11621F7993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1" y="197"/>
              <a:ext cx="77" cy="80"/>
            </a:xfrm>
            <a:custGeom>
              <a:avLst/>
              <a:gdLst>
                <a:gd name="T0" fmla="*/ 654 w 865"/>
                <a:gd name="T1" fmla="*/ 771 h 897"/>
                <a:gd name="T2" fmla="*/ 654 w 865"/>
                <a:gd name="T3" fmla="*/ 771 h 897"/>
                <a:gd name="T4" fmla="*/ 513 w 865"/>
                <a:gd name="T5" fmla="*/ 783 h 897"/>
                <a:gd name="T6" fmla="*/ 442 w 865"/>
                <a:gd name="T7" fmla="*/ 784 h 897"/>
                <a:gd name="T8" fmla="*/ 304 w 865"/>
                <a:gd name="T9" fmla="*/ 784 h 897"/>
                <a:gd name="T10" fmla="*/ 848 w 865"/>
                <a:gd name="T11" fmla="*/ 0 h 897"/>
                <a:gd name="T12" fmla="*/ 143 w 865"/>
                <a:gd name="T13" fmla="*/ 0 h 897"/>
                <a:gd name="T14" fmla="*/ 56 w 865"/>
                <a:gd name="T15" fmla="*/ 191 h 897"/>
                <a:gd name="T16" fmla="*/ 121 w 865"/>
                <a:gd name="T17" fmla="*/ 160 h 897"/>
                <a:gd name="T18" fmla="*/ 248 w 865"/>
                <a:gd name="T19" fmla="*/ 124 h 897"/>
                <a:gd name="T20" fmla="*/ 375 w 865"/>
                <a:gd name="T21" fmla="*/ 113 h 897"/>
                <a:gd name="T22" fmla="*/ 444 w 865"/>
                <a:gd name="T23" fmla="*/ 112 h 897"/>
                <a:gd name="T24" fmla="*/ 549 w 865"/>
                <a:gd name="T25" fmla="*/ 112 h 897"/>
                <a:gd name="T26" fmla="*/ 0 w 865"/>
                <a:gd name="T27" fmla="*/ 897 h 897"/>
                <a:gd name="T28" fmla="*/ 776 w 865"/>
                <a:gd name="T29" fmla="*/ 897 h 897"/>
                <a:gd name="T30" fmla="*/ 865 w 865"/>
                <a:gd name="T31" fmla="*/ 692 h 897"/>
                <a:gd name="T32" fmla="*/ 800 w 865"/>
                <a:gd name="T33" fmla="*/ 727 h 897"/>
                <a:gd name="T34" fmla="*/ 654 w 865"/>
                <a:gd name="T35" fmla="*/ 771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65" h="897">
                  <a:moveTo>
                    <a:pt x="654" y="771"/>
                  </a:moveTo>
                  <a:lnTo>
                    <a:pt x="654" y="771"/>
                  </a:lnTo>
                  <a:cubicBezTo>
                    <a:pt x="614" y="778"/>
                    <a:pt x="569" y="782"/>
                    <a:pt x="513" y="783"/>
                  </a:cubicBezTo>
                  <a:cubicBezTo>
                    <a:pt x="495" y="784"/>
                    <a:pt x="471" y="784"/>
                    <a:pt x="442" y="784"/>
                  </a:cubicBezTo>
                  <a:lnTo>
                    <a:pt x="304" y="784"/>
                  </a:lnTo>
                  <a:lnTo>
                    <a:pt x="848" y="0"/>
                  </a:lnTo>
                  <a:lnTo>
                    <a:pt x="143" y="0"/>
                  </a:lnTo>
                  <a:lnTo>
                    <a:pt x="56" y="191"/>
                  </a:lnTo>
                  <a:cubicBezTo>
                    <a:pt x="85" y="176"/>
                    <a:pt x="96" y="170"/>
                    <a:pt x="121" y="160"/>
                  </a:cubicBezTo>
                  <a:cubicBezTo>
                    <a:pt x="162" y="144"/>
                    <a:pt x="206" y="132"/>
                    <a:pt x="248" y="124"/>
                  </a:cubicBezTo>
                  <a:cubicBezTo>
                    <a:pt x="285" y="118"/>
                    <a:pt x="319" y="115"/>
                    <a:pt x="375" y="113"/>
                  </a:cubicBezTo>
                  <a:cubicBezTo>
                    <a:pt x="400" y="112"/>
                    <a:pt x="423" y="112"/>
                    <a:pt x="444" y="112"/>
                  </a:cubicBezTo>
                  <a:lnTo>
                    <a:pt x="549" y="112"/>
                  </a:lnTo>
                  <a:lnTo>
                    <a:pt x="0" y="897"/>
                  </a:lnTo>
                  <a:lnTo>
                    <a:pt x="776" y="897"/>
                  </a:lnTo>
                  <a:lnTo>
                    <a:pt x="865" y="692"/>
                  </a:lnTo>
                  <a:cubicBezTo>
                    <a:pt x="834" y="710"/>
                    <a:pt x="823" y="716"/>
                    <a:pt x="800" y="727"/>
                  </a:cubicBezTo>
                  <a:cubicBezTo>
                    <a:pt x="754" y="747"/>
                    <a:pt x="705" y="762"/>
                    <a:pt x="654" y="77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84875BC3-7911-4AAB-A751-3F6F3DA3F90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0" y="167"/>
              <a:ext cx="18" cy="18"/>
            </a:xfrm>
            <a:custGeom>
              <a:avLst/>
              <a:gdLst>
                <a:gd name="T0" fmla="*/ 102 w 203"/>
                <a:gd name="T1" fmla="*/ 189 h 203"/>
                <a:gd name="T2" fmla="*/ 102 w 203"/>
                <a:gd name="T3" fmla="*/ 189 h 203"/>
                <a:gd name="T4" fmla="*/ 17 w 203"/>
                <a:gd name="T5" fmla="*/ 102 h 203"/>
                <a:gd name="T6" fmla="*/ 102 w 203"/>
                <a:gd name="T7" fmla="*/ 15 h 203"/>
                <a:gd name="T8" fmla="*/ 187 w 203"/>
                <a:gd name="T9" fmla="*/ 102 h 203"/>
                <a:gd name="T10" fmla="*/ 102 w 203"/>
                <a:gd name="T11" fmla="*/ 189 h 203"/>
                <a:gd name="T12" fmla="*/ 102 w 203"/>
                <a:gd name="T13" fmla="*/ 189 h 203"/>
                <a:gd name="T14" fmla="*/ 102 w 203"/>
                <a:gd name="T15" fmla="*/ 0 h 203"/>
                <a:gd name="T16" fmla="*/ 102 w 203"/>
                <a:gd name="T17" fmla="*/ 0 h 203"/>
                <a:gd name="T18" fmla="*/ 0 w 203"/>
                <a:gd name="T19" fmla="*/ 102 h 203"/>
                <a:gd name="T20" fmla="*/ 102 w 203"/>
                <a:gd name="T21" fmla="*/ 203 h 203"/>
                <a:gd name="T22" fmla="*/ 203 w 203"/>
                <a:gd name="T23" fmla="*/ 102 h 203"/>
                <a:gd name="T24" fmla="*/ 102 w 203"/>
                <a:gd name="T25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3" h="203">
                  <a:moveTo>
                    <a:pt x="102" y="189"/>
                  </a:moveTo>
                  <a:lnTo>
                    <a:pt x="102" y="189"/>
                  </a:lnTo>
                  <a:cubicBezTo>
                    <a:pt x="54" y="189"/>
                    <a:pt x="17" y="154"/>
                    <a:pt x="17" y="102"/>
                  </a:cubicBezTo>
                  <a:cubicBezTo>
                    <a:pt x="17" y="50"/>
                    <a:pt x="54" y="15"/>
                    <a:pt x="102" y="15"/>
                  </a:cubicBezTo>
                  <a:cubicBezTo>
                    <a:pt x="150" y="15"/>
                    <a:pt x="187" y="50"/>
                    <a:pt x="187" y="102"/>
                  </a:cubicBezTo>
                  <a:cubicBezTo>
                    <a:pt x="187" y="154"/>
                    <a:pt x="150" y="189"/>
                    <a:pt x="102" y="189"/>
                  </a:cubicBezTo>
                  <a:lnTo>
                    <a:pt x="102" y="189"/>
                  </a:lnTo>
                  <a:close/>
                  <a:moveTo>
                    <a:pt x="102" y="0"/>
                  </a:moveTo>
                  <a:lnTo>
                    <a:pt x="102" y="0"/>
                  </a:lnTo>
                  <a:cubicBezTo>
                    <a:pt x="46" y="0"/>
                    <a:pt x="0" y="42"/>
                    <a:pt x="0" y="102"/>
                  </a:cubicBezTo>
                  <a:cubicBezTo>
                    <a:pt x="0" y="162"/>
                    <a:pt x="46" y="203"/>
                    <a:pt x="102" y="203"/>
                  </a:cubicBezTo>
                  <a:cubicBezTo>
                    <a:pt x="158" y="203"/>
                    <a:pt x="203" y="162"/>
                    <a:pt x="203" y="102"/>
                  </a:cubicBezTo>
                  <a:cubicBezTo>
                    <a:pt x="203" y="42"/>
                    <a:pt x="158" y="0"/>
                    <a:pt x="10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2" name="Freeform 13">
              <a:extLst>
                <a:ext uri="{FF2B5EF4-FFF2-40B4-BE49-F238E27FC236}">
                  <a16:creationId xmlns:a16="http://schemas.microsoft.com/office/drawing/2014/main" id="{93909FC0-F49E-485A-A2A8-CCDB496B6B9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6" y="171"/>
              <a:ext cx="7" cy="9"/>
            </a:xfrm>
            <a:custGeom>
              <a:avLst/>
              <a:gdLst>
                <a:gd name="T0" fmla="*/ 40 w 87"/>
                <a:gd name="T1" fmla="*/ 50 h 107"/>
                <a:gd name="T2" fmla="*/ 40 w 87"/>
                <a:gd name="T3" fmla="*/ 50 h 107"/>
                <a:gd name="T4" fmla="*/ 15 w 87"/>
                <a:gd name="T5" fmla="*/ 50 h 107"/>
                <a:gd name="T6" fmla="*/ 15 w 87"/>
                <a:gd name="T7" fmla="*/ 16 h 107"/>
                <a:gd name="T8" fmla="*/ 38 w 87"/>
                <a:gd name="T9" fmla="*/ 16 h 107"/>
                <a:gd name="T10" fmla="*/ 66 w 87"/>
                <a:gd name="T11" fmla="*/ 33 h 107"/>
                <a:gd name="T12" fmla="*/ 40 w 87"/>
                <a:gd name="T13" fmla="*/ 50 h 107"/>
                <a:gd name="T14" fmla="*/ 40 w 87"/>
                <a:gd name="T15" fmla="*/ 50 h 107"/>
                <a:gd name="T16" fmla="*/ 83 w 87"/>
                <a:gd name="T17" fmla="*/ 33 h 107"/>
                <a:gd name="T18" fmla="*/ 83 w 87"/>
                <a:gd name="T19" fmla="*/ 33 h 107"/>
                <a:gd name="T20" fmla="*/ 32 w 87"/>
                <a:gd name="T21" fmla="*/ 0 h 107"/>
                <a:gd name="T22" fmla="*/ 0 w 87"/>
                <a:gd name="T23" fmla="*/ 0 h 107"/>
                <a:gd name="T24" fmla="*/ 0 w 87"/>
                <a:gd name="T25" fmla="*/ 107 h 107"/>
                <a:gd name="T26" fmla="*/ 15 w 87"/>
                <a:gd name="T27" fmla="*/ 107 h 107"/>
                <a:gd name="T28" fmla="*/ 15 w 87"/>
                <a:gd name="T29" fmla="*/ 66 h 107"/>
                <a:gd name="T30" fmla="*/ 44 w 87"/>
                <a:gd name="T31" fmla="*/ 66 h 107"/>
                <a:gd name="T32" fmla="*/ 46 w 87"/>
                <a:gd name="T33" fmla="*/ 65 h 107"/>
                <a:gd name="T34" fmla="*/ 69 w 87"/>
                <a:gd name="T35" fmla="*/ 107 h 107"/>
                <a:gd name="T36" fmla="*/ 87 w 87"/>
                <a:gd name="T37" fmla="*/ 107 h 107"/>
                <a:gd name="T38" fmla="*/ 62 w 87"/>
                <a:gd name="T39" fmla="*/ 62 h 107"/>
                <a:gd name="T40" fmla="*/ 83 w 87"/>
                <a:gd name="T41" fmla="*/ 3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7" h="107">
                  <a:moveTo>
                    <a:pt x="40" y="50"/>
                  </a:moveTo>
                  <a:lnTo>
                    <a:pt x="40" y="50"/>
                  </a:lnTo>
                  <a:lnTo>
                    <a:pt x="15" y="50"/>
                  </a:lnTo>
                  <a:lnTo>
                    <a:pt x="15" y="16"/>
                  </a:lnTo>
                  <a:lnTo>
                    <a:pt x="38" y="16"/>
                  </a:lnTo>
                  <a:cubicBezTo>
                    <a:pt x="54" y="16"/>
                    <a:pt x="66" y="19"/>
                    <a:pt x="66" y="33"/>
                  </a:cubicBezTo>
                  <a:cubicBezTo>
                    <a:pt x="66" y="45"/>
                    <a:pt x="58" y="50"/>
                    <a:pt x="40" y="50"/>
                  </a:cubicBezTo>
                  <a:lnTo>
                    <a:pt x="40" y="50"/>
                  </a:lnTo>
                  <a:close/>
                  <a:moveTo>
                    <a:pt x="83" y="33"/>
                  </a:moveTo>
                  <a:lnTo>
                    <a:pt x="83" y="33"/>
                  </a:lnTo>
                  <a:cubicBezTo>
                    <a:pt x="83" y="5"/>
                    <a:pt x="64" y="0"/>
                    <a:pt x="32" y="0"/>
                  </a:cubicBezTo>
                  <a:lnTo>
                    <a:pt x="0" y="0"/>
                  </a:lnTo>
                  <a:lnTo>
                    <a:pt x="0" y="107"/>
                  </a:lnTo>
                  <a:lnTo>
                    <a:pt x="15" y="107"/>
                  </a:lnTo>
                  <a:lnTo>
                    <a:pt x="15" y="66"/>
                  </a:lnTo>
                  <a:lnTo>
                    <a:pt x="44" y="66"/>
                  </a:lnTo>
                  <a:cubicBezTo>
                    <a:pt x="45" y="66"/>
                    <a:pt x="46" y="66"/>
                    <a:pt x="46" y="65"/>
                  </a:cubicBezTo>
                  <a:lnTo>
                    <a:pt x="69" y="107"/>
                  </a:lnTo>
                  <a:lnTo>
                    <a:pt x="87" y="107"/>
                  </a:lnTo>
                  <a:lnTo>
                    <a:pt x="62" y="62"/>
                  </a:lnTo>
                  <a:cubicBezTo>
                    <a:pt x="76" y="56"/>
                    <a:pt x="83" y="45"/>
                    <a:pt x="83" y="3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</p:grp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714EC8C7-A133-478F-BF8B-66FEF67BC7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5" name="Footer Placeholder 3">
            <a:extLst>
              <a:ext uri="{FF2B5EF4-FFF2-40B4-BE49-F238E27FC236}">
                <a16:creationId xmlns:a16="http://schemas.microsoft.com/office/drawing/2014/main" id="{E5C41A63-DFB8-45B3-BA91-86A5B9928F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442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V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0660FE9-7058-445A-A87D-587C9395E97C}"/>
              </a:ext>
            </a:extLst>
          </p:cNvPr>
          <p:cNvSpPr/>
          <p:nvPr userDrawn="1"/>
        </p:nvSpPr>
        <p:spPr>
          <a:xfrm>
            <a:off x="8234008" y="0"/>
            <a:ext cx="3960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algn="ctr"/>
            <a:endParaRPr lang="en-US" sz="100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33BE1813-D5B5-4415-BB63-F6AD5397276E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413053" y="1509000"/>
            <a:ext cx="1920000" cy="192000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333">
                <a:solidFill>
                  <a:srgbClr val="2167AE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6E310D89-47FE-194B-8632-078ED6BD7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659" y="260268"/>
            <a:ext cx="7621515" cy="332399"/>
          </a:xfrm>
        </p:spPr>
        <p:txBody>
          <a:bodyPr wrap="square">
            <a:spAutoFit/>
          </a:bodyPr>
          <a:lstStyle>
            <a:lvl1pPr>
              <a:defRPr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C3A0D7BD-03D2-854B-B4D1-F90AD6E503C9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52658" y="610597"/>
            <a:ext cx="7621515" cy="33239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 i="0">
                <a:solidFill>
                  <a:srgbClr val="2167AE"/>
                </a:solidFill>
                <a:latin typeface="+mn-lt"/>
                <a:cs typeface="Arial" panose="020B0604020202020204" pitchFamily="34" charset="0"/>
              </a:defRPr>
            </a:lvl1pPr>
            <a:lvl2pPr marL="3428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399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noProof="0" dirty="0"/>
          </a:p>
        </p:txBody>
      </p:sp>
      <p:grpSp>
        <p:nvGrpSpPr>
          <p:cNvPr id="22" name="Group 4">
            <a:extLst>
              <a:ext uri="{FF2B5EF4-FFF2-40B4-BE49-F238E27FC236}">
                <a16:creationId xmlns:a16="http://schemas.microsoft.com/office/drawing/2014/main" id="{120CBD0B-068A-4C9D-A5D9-CC3C32A54D7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178596" y="158751"/>
            <a:ext cx="1773767" cy="683683"/>
            <a:chOff x="79" y="75"/>
            <a:chExt cx="838" cy="323"/>
          </a:xfrm>
          <a:solidFill>
            <a:schemeClr val="accent1"/>
          </a:solidFill>
        </p:grpSpPr>
        <p:sp>
          <p:nvSpPr>
            <p:cNvPr id="23" name="AutoShape 3">
              <a:extLst>
                <a:ext uri="{FF2B5EF4-FFF2-40B4-BE49-F238E27FC236}">
                  <a16:creationId xmlns:a16="http://schemas.microsoft.com/office/drawing/2014/main" id="{E104E6B1-C1DC-467A-BB1D-FF9D3EC1AC9B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9" y="75"/>
              <a:ext cx="838" cy="3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D2DB3497-EF73-45DC-A6F1-AD7FD36C2A4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9" y="155"/>
              <a:ext cx="163" cy="164"/>
            </a:xfrm>
            <a:custGeom>
              <a:avLst/>
              <a:gdLst>
                <a:gd name="T0" fmla="*/ 920 w 1841"/>
                <a:gd name="T1" fmla="*/ 0 h 1842"/>
                <a:gd name="T2" fmla="*/ 920 w 1841"/>
                <a:gd name="T3" fmla="*/ 0 h 1842"/>
                <a:gd name="T4" fmla="*/ 0 w 1841"/>
                <a:gd name="T5" fmla="*/ 921 h 1842"/>
                <a:gd name="T6" fmla="*/ 0 w 1841"/>
                <a:gd name="T7" fmla="*/ 921 h 1842"/>
                <a:gd name="T8" fmla="*/ 188 w 1841"/>
                <a:gd name="T9" fmla="*/ 1479 h 1842"/>
                <a:gd name="T10" fmla="*/ 954 w 1841"/>
                <a:gd name="T11" fmla="*/ 473 h 1842"/>
                <a:gd name="T12" fmla="*/ 871 w 1841"/>
                <a:gd name="T13" fmla="*/ 474 h 1842"/>
                <a:gd name="T14" fmla="*/ 790 w 1841"/>
                <a:gd name="T15" fmla="*/ 473 h 1842"/>
                <a:gd name="T16" fmla="*/ 561 w 1841"/>
                <a:gd name="T17" fmla="*/ 491 h 1842"/>
                <a:gd name="T18" fmla="*/ 467 w 1841"/>
                <a:gd name="T19" fmla="*/ 530 h 1842"/>
                <a:gd name="T20" fmla="*/ 374 w 1841"/>
                <a:gd name="T21" fmla="*/ 641 h 1842"/>
                <a:gd name="T22" fmla="*/ 361 w 1841"/>
                <a:gd name="T23" fmla="*/ 665 h 1842"/>
                <a:gd name="T24" fmla="*/ 316 w 1841"/>
                <a:gd name="T25" fmla="*/ 655 h 1842"/>
                <a:gd name="T26" fmla="*/ 392 w 1841"/>
                <a:gd name="T27" fmla="*/ 366 h 1842"/>
                <a:gd name="T28" fmla="*/ 1350 w 1841"/>
                <a:gd name="T29" fmla="*/ 366 h 1842"/>
                <a:gd name="T30" fmla="*/ 588 w 1841"/>
                <a:gd name="T31" fmla="*/ 1385 h 1842"/>
                <a:gd name="T32" fmla="*/ 698 w 1841"/>
                <a:gd name="T33" fmla="*/ 1379 h 1842"/>
                <a:gd name="T34" fmla="*/ 839 w 1841"/>
                <a:gd name="T35" fmla="*/ 1385 h 1842"/>
                <a:gd name="T36" fmla="*/ 974 w 1841"/>
                <a:gd name="T37" fmla="*/ 1393 h 1842"/>
                <a:gd name="T38" fmla="*/ 1095 w 1841"/>
                <a:gd name="T39" fmla="*/ 1397 h 1842"/>
                <a:gd name="T40" fmla="*/ 1255 w 1841"/>
                <a:gd name="T41" fmla="*/ 1378 h 1842"/>
                <a:gd name="T42" fmla="*/ 1354 w 1841"/>
                <a:gd name="T43" fmla="*/ 1331 h 1842"/>
                <a:gd name="T44" fmla="*/ 1491 w 1841"/>
                <a:gd name="T45" fmla="*/ 1175 h 1842"/>
                <a:gd name="T46" fmla="*/ 1504 w 1841"/>
                <a:gd name="T47" fmla="*/ 1147 h 1842"/>
                <a:gd name="T48" fmla="*/ 1545 w 1841"/>
                <a:gd name="T49" fmla="*/ 1158 h 1842"/>
                <a:gd name="T50" fmla="*/ 1505 w 1841"/>
                <a:gd name="T51" fmla="*/ 1273 h 1842"/>
                <a:gd name="T52" fmla="*/ 1354 w 1841"/>
                <a:gd name="T53" fmla="*/ 1472 h 1842"/>
                <a:gd name="T54" fmla="*/ 1131 w 1841"/>
                <a:gd name="T55" fmla="*/ 1546 h 1842"/>
                <a:gd name="T56" fmla="*/ 1118 w 1841"/>
                <a:gd name="T57" fmla="*/ 1546 h 1842"/>
                <a:gd name="T58" fmla="*/ 854 w 1841"/>
                <a:gd name="T59" fmla="*/ 1518 h 1842"/>
                <a:gd name="T60" fmla="*/ 544 w 1841"/>
                <a:gd name="T61" fmla="*/ 1486 h 1842"/>
                <a:gd name="T62" fmla="*/ 394 w 1841"/>
                <a:gd name="T63" fmla="*/ 1498 h 1842"/>
                <a:gd name="T64" fmla="*/ 242 w 1841"/>
                <a:gd name="T65" fmla="*/ 1543 h 1842"/>
                <a:gd name="T66" fmla="*/ 920 w 1841"/>
                <a:gd name="T67" fmla="*/ 1842 h 1842"/>
                <a:gd name="T68" fmla="*/ 1841 w 1841"/>
                <a:gd name="T69" fmla="*/ 921 h 1842"/>
                <a:gd name="T70" fmla="*/ 920 w 1841"/>
                <a:gd name="T71" fmla="*/ 0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41" h="1842">
                  <a:moveTo>
                    <a:pt x="920" y="0"/>
                  </a:moveTo>
                  <a:lnTo>
                    <a:pt x="920" y="0"/>
                  </a:lnTo>
                  <a:cubicBezTo>
                    <a:pt x="412" y="0"/>
                    <a:pt x="0" y="412"/>
                    <a:pt x="0" y="921"/>
                  </a:cubicBezTo>
                  <a:lnTo>
                    <a:pt x="0" y="921"/>
                  </a:lnTo>
                  <a:cubicBezTo>
                    <a:pt x="0" y="1131"/>
                    <a:pt x="70" y="1325"/>
                    <a:pt x="188" y="1479"/>
                  </a:cubicBezTo>
                  <a:lnTo>
                    <a:pt x="954" y="473"/>
                  </a:lnTo>
                  <a:lnTo>
                    <a:pt x="871" y="474"/>
                  </a:lnTo>
                  <a:lnTo>
                    <a:pt x="790" y="473"/>
                  </a:lnTo>
                  <a:cubicBezTo>
                    <a:pt x="702" y="473"/>
                    <a:pt x="620" y="480"/>
                    <a:pt x="561" y="491"/>
                  </a:cubicBezTo>
                  <a:cubicBezTo>
                    <a:pt x="525" y="498"/>
                    <a:pt x="493" y="511"/>
                    <a:pt x="467" y="530"/>
                  </a:cubicBezTo>
                  <a:cubicBezTo>
                    <a:pt x="437" y="551"/>
                    <a:pt x="399" y="596"/>
                    <a:pt x="374" y="641"/>
                  </a:cubicBezTo>
                  <a:cubicBezTo>
                    <a:pt x="371" y="646"/>
                    <a:pt x="367" y="654"/>
                    <a:pt x="361" y="665"/>
                  </a:cubicBezTo>
                  <a:lnTo>
                    <a:pt x="316" y="655"/>
                  </a:lnTo>
                  <a:lnTo>
                    <a:pt x="392" y="366"/>
                  </a:lnTo>
                  <a:lnTo>
                    <a:pt x="1350" y="366"/>
                  </a:lnTo>
                  <a:lnTo>
                    <a:pt x="588" y="1385"/>
                  </a:lnTo>
                  <a:cubicBezTo>
                    <a:pt x="638" y="1380"/>
                    <a:pt x="658" y="1379"/>
                    <a:pt x="698" y="1379"/>
                  </a:cubicBezTo>
                  <a:cubicBezTo>
                    <a:pt x="729" y="1379"/>
                    <a:pt x="776" y="1381"/>
                    <a:pt x="839" y="1385"/>
                  </a:cubicBezTo>
                  <a:lnTo>
                    <a:pt x="974" y="1393"/>
                  </a:lnTo>
                  <a:cubicBezTo>
                    <a:pt x="1023" y="1396"/>
                    <a:pt x="1064" y="1397"/>
                    <a:pt x="1095" y="1397"/>
                  </a:cubicBezTo>
                  <a:cubicBezTo>
                    <a:pt x="1165" y="1397"/>
                    <a:pt x="1210" y="1392"/>
                    <a:pt x="1255" y="1378"/>
                  </a:cubicBezTo>
                  <a:cubicBezTo>
                    <a:pt x="1290" y="1367"/>
                    <a:pt x="1324" y="1351"/>
                    <a:pt x="1354" y="1331"/>
                  </a:cubicBezTo>
                  <a:cubicBezTo>
                    <a:pt x="1408" y="1293"/>
                    <a:pt x="1460" y="1234"/>
                    <a:pt x="1491" y="1175"/>
                  </a:cubicBezTo>
                  <a:cubicBezTo>
                    <a:pt x="1494" y="1169"/>
                    <a:pt x="1499" y="1160"/>
                    <a:pt x="1504" y="1147"/>
                  </a:cubicBezTo>
                  <a:lnTo>
                    <a:pt x="1545" y="1158"/>
                  </a:lnTo>
                  <a:cubicBezTo>
                    <a:pt x="1532" y="1208"/>
                    <a:pt x="1525" y="1228"/>
                    <a:pt x="1505" y="1273"/>
                  </a:cubicBezTo>
                  <a:cubicBezTo>
                    <a:pt x="1464" y="1364"/>
                    <a:pt x="1417" y="1425"/>
                    <a:pt x="1354" y="1472"/>
                  </a:cubicBezTo>
                  <a:cubicBezTo>
                    <a:pt x="1289" y="1521"/>
                    <a:pt x="1216" y="1544"/>
                    <a:pt x="1131" y="1546"/>
                  </a:cubicBezTo>
                  <a:lnTo>
                    <a:pt x="1118" y="1546"/>
                  </a:lnTo>
                  <a:cubicBezTo>
                    <a:pt x="1055" y="1546"/>
                    <a:pt x="1006" y="1541"/>
                    <a:pt x="854" y="1518"/>
                  </a:cubicBezTo>
                  <a:cubicBezTo>
                    <a:pt x="700" y="1494"/>
                    <a:pt x="621" y="1486"/>
                    <a:pt x="544" y="1486"/>
                  </a:cubicBezTo>
                  <a:cubicBezTo>
                    <a:pt x="492" y="1486"/>
                    <a:pt x="444" y="1490"/>
                    <a:pt x="394" y="1498"/>
                  </a:cubicBezTo>
                  <a:cubicBezTo>
                    <a:pt x="328" y="1508"/>
                    <a:pt x="302" y="1516"/>
                    <a:pt x="242" y="1543"/>
                  </a:cubicBezTo>
                  <a:cubicBezTo>
                    <a:pt x="410" y="1727"/>
                    <a:pt x="652" y="1842"/>
                    <a:pt x="920" y="1842"/>
                  </a:cubicBezTo>
                  <a:cubicBezTo>
                    <a:pt x="1429" y="1842"/>
                    <a:pt x="1841" y="1430"/>
                    <a:pt x="1841" y="921"/>
                  </a:cubicBezTo>
                  <a:cubicBezTo>
                    <a:pt x="1841" y="412"/>
                    <a:pt x="1429" y="0"/>
                    <a:pt x="9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5691E393-78CA-4B9E-9494-DA83F7CB10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2" y="197"/>
              <a:ext cx="25" cy="80"/>
            </a:xfrm>
            <a:custGeom>
              <a:avLst/>
              <a:gdLst>
                <a:gd name="T0" fmla="*/ 232 w 288"/>
                <a:gd name="T1" fmla="*/ 166 h 897"/>
                <a:gd name="T2" fmla="*/ 232 w 288"/>
                <a:gd name="T3" fmla="*/ 166 h 897"/>
                <a:gd name="T4" fmla="*/ 241 w 288"/>
                <a:gd name="T5" fmla="*/ 65 h 897"/>
                <a:gd name="T6" fmla="*/ 254 w 288"/>
                <a:gd name="T7" fmla="*/ 37 h 897"/>
                <a:gd name="T8" fmla="*/ 288 w 288"/>
                <a:gd name="T9" fmla="*/ 0 h 897"/>
                <a:gd name="T10" fmla="*/ 0 w 288"/>
                <a:gd name="T11" fmla="*/ 0 h 897"/>
                <a:gd name="T12" fmla="*/ 33 w 288"/>
                <a:gd name="T13" fmla="*/ 35 h 897"/>
                <a:gd name="T14" fmla="*/ 47 w 288"/>
                <a:gd name="T15" fmla="*/ 64 h 897"/>
                <a:gd name="T16" fmla="*/ 56 w 288"/>
                <a:gd name="T17" fmla="*/ 161 h 897"/>
                <a:gd name="T18" fmla="*/ 56 w 288"/>
                <a:gd name="T19" fmla="*/ 215 h 897"/>
                <a:gd name="T20" fmla="*/ 56 w 288"/>
                <a:gd name="T21" fmla="*/ 752 h 897"/>
                <a:gd name="T22" fmla="*/ 42 w 288"/>
                <a:gd name="T23" fmla="*/ 839 h 897"/>
                <a:gd name="T24" fmla="*/ 28 w 288"/>
                <a:gd name="T25" fmla="*/ 865 h 897"/>
                <a:gd name="T26" fmla="*/ 1 w 288"/>
                <a:gd name="T27" fmla="*/ 897 h 897"/>
                <a:gd name="T28" fmla="*/ 285 w 288"/>
                <a:gd name="T29" fmla="*/ 897 h 897"/>
                <a:gd name="T30" fmla="*/ 258 w 288"/>
                <a:gd name="T31" fmla="*/ 865 h 897"/>
                <a:gd name="T32" fmla="*/ 243 w 288"/>
                <a:gd name="T33" fmla="*/ 838 h 897"/>
                <a:gd name="T34" fmla="*/ 231 w 288"/>
                <a:gd name="T35" fmla="*/ 759 h 897"/>
                <a:gd name="T36" fmla="*/ 231 w 288"/>
                <a:gd name="T37" fmla="*/ 218 h 897"/>
                <a:gd name="T38" fmla="*/ 232 w 288"/>
                <a:gd name="T39" fmla="*/ 166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88" h="897">
                  <a:moveTo>
                    <a:pt x="232" y="166"/>
                  </a:moveTo>
                  <a:lnTo>
                    <a:pt x="232" y="166"/>
                  </a:lnTo>
                  <a:cubicBezTo>
                    <a:pt x="232" y="106"/>
                    <a:pt x="233" y="89"/>
                    <a:pt x="241" y="65"/>
                  </a:cubicBezTo>
                  <a:cubicBezTo>
                    <a:pt x="244" y="55"/>
                    <a:pt x="248" y="46"/>
                    <a:pt x="254" y="37"/>
                  </a:cubicBezTo>
                  <a:cubicBezTo>
                    <a:pt x="263" y="22"/>
                    <a:pt x="270" y="14"/>
                    <a:pt x="288" y="0"/>
                  </a:cubicBezTo>
                  <a:lnTo>
                    <a:pt x="0" y="0"/>
                  </a:lnTo>
                  <a:cubicBezTo>
                    <a:pt x="18" y="16"/>
                    <a:pt x="24" y="22"/>
                    <a:pt x="33" y="35"/>
                  </a:cubicBezTo>
                  <a:cubicBezTo>
                    <a:pt x="39" y="44"/>
                    <a:pt x="44" y="54"/>
                    <a:pt x="47" y="64"/>
                  </a:cubicBezTo>
                  <a:cubicBezTo>
                    <a:pt x="53" y="86"/>
                    <a:pt x="56" y="108"/>
                    <a:pt x="56" y="161"/>
                  </a:cubicBezTo>
                  <a:cubicBezTo>
                    <a:pt x="56" y="188"/>
                    <a:pt x="56" y="206"/>
                    <a:pt x="56" y="215"/>
                  </a:cubicBezTo>
                  <a:lnTo>
                    <a:pt x="56" y="752"/>
                  </a:lnTo>
                  <a:cubicBezTo>
                    <a:pt x="56" y="784"/>
                    <a:pt x="51" y="817"/>
                    <a:pt x="42" y="839"/>
                  </a:cubicBezTo>
                  <a:cubicBezTo>
                    <a:pt x="39" y="848"/>
                    <a:pt x="34" y="857"/>
                    <a:pt x="28" y="865"/>
                  </a:cubicBezTo>
                  <a:cubicBezTo>
                    <a:pt x="21" y="875"/>
                    <a:pt x="16" y="880"/>
                    <a:pt x="1" y="897"/>
                  </a:cubicBezTo>
                  <a:lnTo>
                    <a:pt x="285" y="897"/>
                  </a:lnTo>
                  <a:cubicBezTo>
                    <a:pt x="271" y="885"/>
                    <a:pt x="266" y="879"/>
                    <a:pt x="258" y="865"/>
                  </a:cubicBezTo>
                  <a:cubicBezTo>
                    <a:pt x="252" y="856"/>
                    <a:pt x="247" y="847"/>
                    <a:pt x="243" y="838"/>
                  </a:cubicBezTo>
                  <a:cubicBezTo>
                    <a:pt x="236" y="817"/>
                    <a:pt x="231" y="787"/>
                    <a:pt x="231" y="759"/>
                  </a:cubicBezTo>
                  <a:lnTo>
                    <a:pt x="231" y="218"/>
                  </a:lnTo>
                  <a:lnTo>
                    <a:pt x="232" y="1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C65EB71A-6536-4B43-9DB4-67DC4EE291B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" y="197"/>
              <a:ext cx="77" cy="80"/>
            </a:xfrm>
            <a:custGeom>
              <a:avLst/>
              <a:gdLst>
                <a:gd name="T0" fmla="*/ 810 w 869"/>
                <a:gd name="T1" fmla="*/ 165 h 897"/>
                <a:gd name="T2" fmla="*/ 810 w 869"/>
                <a:gd name="T3" fmla="*/ 165 h 897"/>
                <a:gd name="T4" fmla="*/ 819 w 869"/>
                <a:gd name="T5" fmla="*/ 70 h 897"/>
                <a:gd name="T6" fmla="*/ 834 w 869"/>
                <a:gd name="T7" fmla="*/ 37 h 897"/>
                <a:gd name="T8" fmla="*/ 869 w 869"/>
                <a:gd name="T9" fmla="*/ 0 h 897"/>
                <a:gd name="T10" fmla="*/ 576 w 869"/>
                <a:gd name="T11" fmla="*/ 0 h 897"/>
                <a:gd name="T12" fmla="*/ 609 w 869"/>
                <a:gd name="T13" fmla="*/ 36 h 897"/>
                <a:gd name="T14" fmla="*/ 624 w 869"/>
                <a:gd name="T15" fmla="*/ 67 h 897"/>
                <a:gd name="T16" fmla="*/ 634 w 869"/>
                <a:gd name="T17" fmla="*/ 162 h 897"/>
                <a:gd name="T18" fmla="*/ 634 w 869"/>
                <a:gd name="T19" fmla="*/ 379 h 897"/>
                <a:gd name="T20" fmla="*/ 232 w 869"/>
                <a:gd name="T21" fmla="*/ 379 h 897"/>
                <a:gd name="T22" fmla="*/ 232 w 869"/>
                <a:gd name="T23" fmla="*/ 216 h 897"/>
                <a:gd name="T24" fmla="*/ 234 w 869"/>
                <a:gd name="T25" fmla="*/ 109 h 897"/>
                <a:gd name="T26" fmla="*/ 241 w 869"/>
                <a:gd name="T27" fmla="*/ 70 h 897"/>
                <a:gd name="T28" fmla="*/ 278 w 869"/>
                <a:gd name="T29" fmla="*/ 9 h 897"/>
                <a:gd name="T30" fmla="*/ 288 w 869"/>
                <a:gd name="T31" fmla="*/ 0 h 897"/>
                <a:gd name="T32" fmla="*/ 1 w 869"/>
                <a:gd name="T33" fmla="*/ 0 h 897"/>
                <a:gd name="T34" fmla="*/ 30 w 869"/>
                <a:gd name="T35" fmla="*/ 34 h 897"/>
                <a:gd name="T36" fmla="*/ 46 w 869"/>
                <a:gd name="T37" fmla="*/ 64 h 897"/>
                <a:gd name="T38" fmla="*/ 56 w 869"/>
                <a:gd name="T39" fmla="*/ 159 h 897"/>
                <a:gd name="T40" fmla="*/ 57 w 869"/>
                <a:gd name="T41" fmla="*/ 216 h 897"/>
                <a:gd name="T42" fmla="*/ 57 w 869"/>
                <a:gd name="T43" fmla="*/ 707 h 897"/>
                <a:gd name="T44" fmla="*/ 53 w 869"/>
                <a:gd name="T45" fmla="*/ 802 h 897"/>
                <a:gd name="T46" fmla="*/ 44 w 869"/>
                <a:gd name="T47" fmla="*/ 838 h 897"/>
                <a:gd name="T48" fmla="*/ 9 w 869"/>
                <a:gd name="T49" fmla="*/ 888 h 897"/>
                <a:gd name="T50" fmla="*/ 0 w 869"/>
                <a:gd name="T51" fmla="*/ 897 h 897"/>
                <a:gd name="T52" fmla="*/ 284 w 869"/>
                <a:gd name="T53" fmla="*/ 897 h 897"/>
                <a:gd name="T54" fmla="*/ 260 w 869"/>
                <a:gd name="T55" fmla="*/ 867 h 897"/>
                <a:gd name="T56" fmla="*/ 245 w 869"/>
                <a:gd name="T57" fmla="*/ 839 h 897"/>
                <a:gd name="T58" fmla="*/ 232 w 869"/>
                <a:gd name="T59" fmla="*/ 761 h 897"/>
                <a:gd name="T60" fmla="*/ 232 w 869"/>
                <a:gd name="T61" fmla="*/ 707 h 897"/>
                <a:gd name="T62" fmla="*/ 232 w 869"/>
                <a:gd name="T63" fmla="*/ 490 h 897"/>
                <a:gd name="T64" fmla="*/ 634 w 869"/>
                <a:gd name="T65" fmla="*/ 490 h 897"/>
                <a:gd name="T66" fmla="*/ 634 w 869"/>
                <a:gd name="T67" fmla="*/ 709 h 897"/>
                <a:gd name="T68" fmla="*/ 630 w 869"/>
                <a:gd name="T69" fmla="*/ 800 h 897"/>
                <a:gd name="T70" fmla="*/ 620 w 869"/>
                <a:gd name="T71" fmla="*/ 838 h 897"/>
                <a:gd name="T72" fmla="*/ 588 w 869"/>
                <a:gd name="T73" fmla="*/ 885 h 897"/>
                <a:gd name="T74" fmla="*/ 575 w 869"/>
                <a:gd name="T75" fmla="*/ 897 h 897"/>
                <a:gd name="T76" fmla="*/ 862 w 869"/>
                <a:gd name="T77" fmla="*/ 897 h 897"/>
                <a:gd name="T78" fmla="*/ 838 w 869"/>
                <a:gd name="T79" fmla="*/ 869 h 897"/>
                <a:gd name="T80" fmla="*/ 821 w 869"/>
                <a:gd name="T81" fmla="*/ 839 h 897"/>
                <a:gd name="T82" fmla="*/ 810 w 869"/>
                <a:gd name="T83" fmla="*/ 758 h 897"/>
                <a:gd name="T84" fmla="*/ 809 w 869"/>
                <a:gd name="T85" fmla="*/ 712 h 897"/>
                <a:gd name="T86" fmla="*/ 810 w 869"/>
                <a:gd name="T87" fmla="*/ 218 h 897"/>
                <a:gd name="T88" fmla="*/ 810 w 869"/>
                <a:gd name="T89" fmla="*/ 16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69" h="897">
                  <a:moveTo>
                    <a:pt x="810" y="165"/>
                  </a:moveTo>
                  <a:lnTo>
                    <a:pt x="810" y="165"/>
                  </a:lnTo>
                  <a:cubicBezTo>
                    <a:pt x="810" y="125"/>
                    <a:pt x="813" y="95"/>
                    <a:pt x="819" y="70"/>
                  </a:cubicBezTo>
                  <a:cubicBezTo>
                    <a:pt x="823" y="59"/>
                    <a:pt x="828" y="48"/>
                    <a:pt x="834" y="37"/>
                  </a:cubicBezTo>
                  <a:cubicBezTo>
                    <a:pt x="843" y="22"/>
                    <a:pt x="850" y="14"/>
                    <a:pt x="869" y="0"/>
                  </a:cubicBezTo>
                  <a:lnTo>
                    <a:pt x="576" y="0"/>
                  </a:lnTo>
                  <a:cubicBezTo>
                    <a:pt x="593" y="14"/>
                    <a:pt x="599" y="20"/>
                    <a:pt x="609" y="36"/>
                  </a:cubicBezTo>
                  <a:cubicBezTo>
                    <a:pt x="616" y="46"/>
                    <a:pt x="621" y="57"/>
                    <a:pt x="624" y="67"/>
                  </a:cubicBezTo>
                  <a:cubicBezTo>
                    <a:pt x="631" y="88"/>
                    <a:pt x="634" y="115"/>
                    <a:pt x="634" y="162"/>
                  </a:cubicBezTo>
                  <a:lnTo>
                    <a:pt x="634" y="379"/>
                  </a:lnTo>
                  <a:lnTo>
                    <a:pt x="232" y="379"/>
                  </a:lnTo>
                  <a:lnTo>
                    <a:pt x="232" y="216"/>
                  </a:lnTo>
                  <a:cubicBezTo>
                    <a:pt x="232" y="166"/>
                    <a:pt x="232" y="134"/>
                    <a:pt x="234" y="109"/>
                  </a:cubicBezTo>
                  <a:cubicBezTo>
                    <a:pt x="235" y="95"/>
                    <a:pt x="238" y="82"/>
                    <a:pt x="241" y="70"/>
                  </a:cubicBezTo>
                  <a:cubicBezTo>
                    <a:pt x="247" y="51"/>
                    <a:pt x="264" y="24"/>
                    <a:pt x="278" y="9"/>
                  </a:cubicBezTo>
                  <a:cubicBezTo>
                    <a:pt x="280" y="7"/>
                    <a:pt x="284" y="4"/>
                    <a:pt x="288" y="0"/>
                  </a:cubicBezTo>
                  <a:lnTo>
                    <a:pt x="1" y="0"/>
                  </a:lnTo>
                  <a:cubicBezTo>
                    <a:pt x="18" y="17"/>
                    <a:pt x="23" y="23"/>
                    <a:pt x="30" y="34"/>
                  </a:cubicBezTo>
                  <a:cubicBezTo>
                    <a:pt x="37" y="43"/>
                    <a:pt x="42" y="53"/>
                    <a:pt x="46" y="64"/>
                  </a:cubicBezTo>
                  <a:cubicBezTo>
                    <a:pt x="53" y="87"/>
                    <a:pt x="55" y="100"/>
                    <a:pt x="56" y="159"/>
                  </a:cubicBezTo>
                  <a:lnTo>
                    <a:pt x="57" y="216"/>
                  </a:lnTo>
                  <a:lnTo>
                    <a:pt x="57" y="707"/>
                  </a:lnTo>
                  <a:cubicBezTo>
                    <a:pt x="57" y="757"/>
                    <a:pt x="56" y="779"/>
                    <a:pt x="53" y="802"/>
                  </a:cubicBezTo>
                  <a:cubicBezTo>
                    <a:pt x="51" y="814"/>
                    <a:pt x="48" y="825"/>
                    <a:pt x="44" y="838"/>
                  </a:cubicBezTo>
                  <a:cubicBezTo>
                    <a:pt x="37" y="857"/>
                    <a:pt x="26" y="872"/>
                    <a:pt x="9" y="888"/>
                  </a:cubicBezTo>
                  <a:cubicBezTo>
                    <a:pt x="7" y="890"/>
                    <a:pt x="4" y="893"/>
                    <a:pt x="0" y="897"/>
                  </a:cubicBezTo>
                  <a:lnTo>
                    <a:pt x="284" y="897"/>
                  </a:lnTo>
                  <a:cubicBezTo>
                    <a:pt x="271" y="884"/>
                    <a:pt x="267" y="878"/>
                    <a:pt x="260" y="867"/>
                  </a:cubicBezTo>
                  <a:cubicBezTo>
                    <a:pt x="254" y="859"/>
                    <a:pt x="249" y="849"/>
                    <a:pt x="245" y="839"/>
                  </a:cubicBezTo>
                  <a:cubicBezTo>
                    <a:pt x="236" y="815"/>
                    <a:pt x="233" y="799"/>
                    <a:pt x="232" y="761"/>
                  </a:cubicBezTo>
                  <a:cubicBezTo>
                    <a:pt x="232" y="741"/>
                    <a:pt x="232" y="724"/>
                    <a:pt x="232" y="707"/>
                  </a:cubicBezTo>
                  <a:lnTo>
                    <a:pt x="232" y="490"/>
                  </a:lnTo>
                  <a:lnTo>
                    <a:pt x="634" y="490"/>
                  </a:lnTo>
                  <a:lnTo>
                    <a:pt x="634" y="709"/>
                  </a:lnTo>
                  <a:cubicBezTo>
                    <a:pt x="634" y="757"/>
                    <a:pt x="633" y="775"/>
                    <a:pt x="630" y="800"/>
                  </a:cubicBezTo>
                  <a:cubicBezTo>
                    <a:pt x="628" y="813"/>
                    <a:pt x="625" y="826"/>
                    <a:pt x="620" y="838"/>
                  </a:cubicBezTo>
                  <a:cubicBezTo>
                    <a:pt x="613" y="855"/>
                    <a:pt x="603" y="871"/>
                    <a:pt x="588" y="885"/>
                  </a:cubicBezTo>
                  <a:cubicBezTo>
                    <a:pt x="585" y="888"/>
                    <a:pt x="581" y="892"/>
                    <a:pt x="575" y="897"/>
                  </a:cubicBezTo>
                  <a:lnTo>
                    <a:pt x="862" y="897"/>
                  </a:lnTo>
                  <a:cubicBezTo>
                    <a:pt x="850" y="885"/>
                    <a:pt x="846" y="880"/>
                    <a:pt x="838" y="869"/>
                  </a:cubicBezTo>
                  <a:cubicBezTo>
                    <a:pt x="831" y="859"/>
                    <a:pt x="825" y="849"/>
                    <a:pt x="821" y="839"/>
                  </a:cubicBezTo>
                  <a:cubicBezTo>
                    <a:pt x="813" y="818"/>
                    <a:pt x="811" y="803"/>
                    <a:pt x="810" y="758"/>
                  </a:cubicBezTo>
                  <a:cubicBezTo>
                    <a:pt x="809" y="732"/>
                    <a:pt x="809" y="717"/>
                    <a:pt x="809" y="712"/>
                  </a:cubicBezTo>
                  <a:lnTo>
                    <a:pt x="810" y="218"/>
                  </a:lnTo>
                  <a:lnTo>
                    <a:pt x="810" y="16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6BBC35C7-7D0A-47E2-B2C4-06C54454704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2" y="197"/>
              <a:ext cx="73" cy="80"/>
            </a:xfrm>
            <a:custGeom>
              <a:avLst/>
              <a:gdLst>
                <a:gd name="T0" fmla="*/ 408 w 822"/>
                <a:gd name="T1" fmla="*/ 395 h 897"/>
                <a:gd name="T2" fmla="*/ 408 w 822"/>
                <a:gd name="T3" fmla="*/ 395 h 897"/>
                <a:gd name="T4" fmla="*/ 295 w 822"/>
                <a:gd name="T5" fmla="*/ 431 h 897"/>
                <a:gd name="T6" fmla="*/ 248 w 822"/>
                <a:gd name="T7" fmla="*/ 435 h 897"/>
                <a:gd name="T8" fmla="*/ 233 w 822"/>
                <a:gd name="T9" fmla="*/ 435 h 897"/>
                <a:gd name="T10" fmla="*/ 233 w 822"/>
                <a:gd name="T11" fmla="*/ 103 h 897"/>
                <a:gd name="T12" fmla="*/ 257 w 822"/>
                <a:gd name="T13" fmla="*/ 102 h 897"/>
                <a:gd name="T14" fmla="*/ 378 w 822"/>
                <a:gd name="T15" fmla="*/ 117 h 897"/>
                <a:gd name="T16" fmla="*/ 439 w 822"/>
                <a:gd name="T17" fmla="*/ 149 h 897"/>
                <a:gd name="T18" fmla="*/ 485 w 822"/>
                <a:gd name="T19" fmla="*/ 260 h 897"/>
                <a:gd name="T20" fmla="*/ 450 w 822"/>
                <a:gd name="T21" fmla="*/ 361 h 897"/>
                <a:gd name="T22" fmla="*/ 408 w 822"/>
                <a:gd name="T23" fmla="*/ 395 h 897"/>
                <a:gd name="T24" fmla="*/ 408 w 822"/>
                <a:gd name="T25" fmla="*/ 395 h 897"/>
                <a:gd name="T26" fmla="*/ 750 w 822"/>
                <a:gd name="T27" fmla="*/ 835 h 897"/>
                <a:gd name="T28" fmla="*/ 750 w 822"/>
                <a:gd name="T29" fmla="*/ 835 h 897"/>
                <a:gd name="T30" fmla="*/ 649 w 822"/>
                <a:gd name="T31" fmla="*/ 730 h 897"/>
                <a:gd name="T32" fmla="*/ 583 w 822"/>
                <a:gd name="T33" fmla="*/ 657 h 897"/>
                <a:gd name="T34" fmla="*/ 444 w 822"/>
                <a:gd name="T35" fmla="*/ 493 h 897"/>
                <a:gd name="T36" fmla="*/ 484 w 822"/>
                <a:gd name="T37" fmla="*/ 480 h 897"/>
                <a:gd name="T38" fmla="*/ 594 w 822"/>
                <a:gd name="T39" fmla="*/ 416 h 897"/>
                <a:gd name="T40" fmla="*/ 665 w 822"/>
                <a:gd name="T41" fmla="*/ 313 h 897"/>
                <a:gd name="T42" fmla="*/ 676 w 822"/>
                <a:gd name="T43" fmla="*/ 244 h 897"/>
                <a:gd name="T44" fmla="*/ 615 w 822"/>
                <a:gd name="T45" fmla="*/ 97 h 897"/>
                <a:gd name="T46" fmla="*/ 470 w 822"/>
                <a:gd name="T47" fmla="*/ 16 h 897"/>
                <a:gd name="T48" fmla="*/ 316 w 822"/>
                <a:gd name="T49" fmla="*/ 1 h 897"/>
                <a:gd name="T50" fmla="*/ 233 w 822"/>
                <a:gd name="T51" fmla="*/ 0 h 897"/>
                <a:gd name="T52" fmla="*/ 2 w 822"/>
                <a:gd name="T53" fmla="*/ 0 h 897"/>
                <a:gd name="T54" fmla="*/ 32 w 822"/>
                <a:gd name="T55" fmla="*/ 33 h 897"/>
                <a:gd name="T56" fmla="*/ 47 w 822"/>
                <a:gd name="T57" fmla="*/ 66 h 897"/>
                <a:gd name="T58" fmla="*/ 56 w 822"/>
                <a:gd name="T59" fmla="*/ 162 h 897"/>
                <a:gd name="T60" fmla="*/ 56 w 822"/>
                <a:gd name="T61" fmla="*/ 750 h 897"/>
                <a:gd name="T62" fmla="*/ 46 w 822"/>
                <a:gd name="T63" fmla="*/ 837 h 897"/>
                <a:gd name="T64" fmla="*/ 31 w 822"/>
                <a:gd name="T65" fmla="*/ 865 h 897"/>
                <a:gd name="T66" fmla="*/ 0 w 822"/>
                <a:gd name="T67" fmla="*/ 897 h 897"/>
                <a:gd name="T68" fmla="*/ 285 w 822"/>
                <a:gd name="T69" fmla="*/ 897 h 897"/>
                <a:gd name="T70" fmla="*/ 261 w 822"/>
                <a:gd name="T71" fmla="*/ 867 h 897"/>
                <a:gd name="T72" fmla="*/ 245 w 822"/>
                <a:gd name="T73" fmla="*/ 840 h 897"/>
                <a:gd name="T74" fmla="*/ 234 w 822"/>
                <a:gd name="T75" fmla="*/ 757 h 897"/>
                <a:gd name="T76" fmla="*/ 233 w 822"/>
                <a:gd name="T77" fmla="*/ 712 h 897"/>
                <a:gd name="T78" fmla="*/ 233 w 822"/>
                <a:gd name="T79" fmla="*/ 510 h 897"/>
                <a:gd name="T80" fmla="*/ 400 w 822"/>
                <a:gd name="T81" fmla="*/ 710 h 897"/>
                <a:gd name="T82" fmla="*/ 437 w 822"/>
                <a:gd name="T83" fmla="*/ 753 h 897"/>
                <a:gd name="T84" fmla="*/ 481 w 822"/>
                <a:gd name="T85" fmla="*/ 801 h 897"/>
                <a:gd name="T86" fmla="*/ 573 w 822"/>
                <a:gd name="T87" fmla="*/ 875 h 897"/>
                <a:gd name="T88" fmla="*/ 662 w 822"/>
                <a:gd name="T89" fmla="*/ 896 h 897"/>
                <a:gd name="T90" fmla="*/ 709 w 822"/>
                <a:gd name="T91" fmla="*/ 897 h 897"/>
                <a:gd name="T92" fmla="*/ 822 w 822"/>
                <a:gd name="T93" fmla="*/ 897 h 897"/>
                <a:gd name="T94" fmla="*/ 789 w 822"/>
                <a:gd name="T95" fmla="*/ 870 h 897"/>
                <a:gd name="T96" fmla="*/ 750 w 822"/>
                <a:gd name="T97" fmla="*/ 83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2" h="897">
                  <a:moveTo>
                    <a:pt x="408" y="395"/>
                  </a:moveTo>
                  <a:lnTo>
                    <a:pt x="408" y="395"/>
                  </a:lnTo>
                  <a:cubicBezTo>
                    <a:pt x="376" y="413"/>
                    <a:pt x="343" y="424"/>
                    <a:pt x="295" y="431"/>
                  </a:cubicBezTo>
                  <a:cubicBezTo>
                    <a:pt x="277" y="434"/>
                    <a:pt x="261" y="435"/>
                    <a:pt x="248" y="435"/>
                  </a:cubicBezTo>
                  <a:cubicBezTo>
                    <a:pt x="243" y="435"/>
                    <a:pt x="240" y="435"/>
                    <a:pt x="233" y="435"/>
                  </a:cubicBezTo>
                  <a:lnTo>
                    <a:pt x="233" y="103"/>
                  </a:lnTo>
                  <a:cubicBezTo>
                    <a:pt x="245" y="102"/>
                    <a:pt x="249" y="102"/>
                    <a:pt x="257" y="102"/>
                  </a:cubicBezTo>
                  <a:cubicBezTo>
                    <a:pt x="301" y="102"/>
                    <a:pt x="344" y="107"/>
                    <a:pt x="378" y="117"/>
                  </a:cubicBezTo>
                  <a:cubicBezTo>
                    <a:pt x="400" y="123"/>
                    <a:pt x="421" y="135"/>
                    <a:pt x="439" y="149"/>
                  </a:cubicBezTo>
                  <a:cubicBezTo>
                    <a:pt x="469" y="175"/>
                    <a:pt x="485" y="213"/>
                    <a:pt x="485" y="260"/>
                  </a:cubicBezTo>
                  <a:cubicBezTo>
                    <a:pt x="485" y="300"/>
                    <a:pt x="473" y="335"/>
                    <a:pt x="450" y="361"/>
                  </a:cubicBezTo>
                  <a:cubicBezTo>
                    <a:pt x="439" y="373"/>
                    <a:pt x="425" y="385"/>
                    <a:pt x="408" y="395"/>
                  </a:cubicBezTo>
                  <a:lnTo>
                    <a:pt x="408" y="395"/>
                  </a:lnTo>
                  <a:close/>
                  <a:moveTo>
                    <a:pt x="750" y="835"/>
                  </a:moveTo>
                  <a:lnTo>
                    <a:pt x="750" y="835"/>
                  </a:lnTo>
                  <a:cubicBezTo>
                    <a:pt x="719" y="804"/>
                    <a:pt x="691" y="776"/>
                    <a:pt x="649" y="730"/>
                  </a:cubicBezTo>
                  <a:cubicBezTo>
                    <a:pt x="622" y="702"/>
                    <a:pt x="600" y="677"/>
                    <a:pt x="583" y="657"/>
                  </a:cubicBezTo>
                  <a:lnTo>
                    <a:pt x="444" y="493"/>
                  </a:lnTo>
                  <a:cubicBezTo>
                    <a:pt x="461" y="488"/>
                    <a:pt x="468" y="486"/>
                    <a:pt x="484" y="480"/>
                  </a:cubicBezTo>
                  <a:cubicBezTo>
                    <a:pt x="529" y="462"/>
                    <a:pt x="563" y="442"/>
                    <a:pt x="594" y="416"/>
                  </a:cubicBezTo>
                  <a:cubicBezTo>
                    <a:pt x="630" y="386"/>
                    <a:pt x="652" y="354"/>
                    <a:pt x="665" y="313"/>
                  </a:cubicBezTo>
                  <a:cubicBezTo>
                    <a:pt x="673" y="291"/>
                    <a:pt x="676" y="267"/>
                    <a:pt x="676" y="244"/>
                  </a:cubicBezTo>
                  <a:cubicBezTo>
                    <a:pt x="676" y="189"/>
                    <a:pt x="656" y="139"/>
                    <a:pt x="615" y="97"/>
                  </a:cubicBezTo>
                  <a:cubicBezTo>
                    <a:pt x="579" y="58"/>
                    <a:pt x="527" y="30"/>
                    <a:pt x="470" y="16"/>
                  </a:cubicBezTo>
                  <a:cubicBezTo>
                    <a:pt x="429" y="7"/>
                    <a:pt x="388" y="2"/>
                    <a:pt x="316" y="1"/>
                  </a:cubicBezTo>
                  <a:cubicBezTo>
                    <a:pt x="289" y="0"/>
                    <a:pt x="262" y="0"/>
                    <a:pt x="233" y="0"/>
                  </a:cubicBezTo>
                  <a:lnTo>
                    <a:pt x="2" y="0"/>
                  </a:lnTo>
                  <a:cubicBezTo>
                    <a:pt x="17" y="14"/>
                    <a:pt x="23" y="20"/>
                    <a:pt x="32" y="33"/>
                  </a:cubicBezTo>
                  <a:cubicBezTo>
                    <a:pt x="38" y="44"/>
                    <a:pt x="44" y="55"/>
                    <a:pt x="47" y="66"/>
                  </a:cubicBezTo>
                  <a:cubicBezTo>
                    <a:pt x="53" y="86"/>
                    <a:pt x="56" y="114"/>
                    <a:pt x="56" y="162"/>
                  </a:cubicBezTo>
                  <a:lnTo>
                    <a:pt x="56" y="750"/>
                  </a:lnTo>
                  <a:cubicBezTo>
                    <a:pt x="56" y="793"/>
                    <a:pt x="53" y="817"/>
                    <a:pt x="46" y="837"/>
                  </a:cubicBezTo>
                  <a:cubicBezTo>
                    <a:pt x="42" y="847"/>
                    <a:pt x="37" y="857"/>
                    <a:pt x="31" y="865"/>
                  </a:cubicBezTo>
                  <a:cubicBezTo>
                    <a:pt x="22" y="876"/>
                    <a:pt x="17" y="882"/>
                    <a:pt x="0" y="897"/>
                  </a:cubicBezTo>
                  <a:lnTo>
                    <a:pt x="285" y="897"/>
                  </a:lnTo>
                  <a:cubicBezTo>
                    <a:pt x="273" y="883"/>
                    <a:pt x="269" y="878"/>
                    <a:pt x="261" y="867"/>
                  </a:cubicBezTo>
                  <a:cubicBezTo>
                    <a:pt x="254" y="859"/>
                    <a:pt x="249" y="850"/>
                    <a:pt x="245" y="840"/>
                  </a:cubicBezTo>
                  <a:cubicBezTo>
                    <a:pt x="238" y="820"/>
                    <a:pt x="234" y="799"/>
                    <a:pt x="234" y="757"/>
                  </a:cubicBezTo>
                  <a:cubicBezTo>
                    <a:pt x="234" y="744"/>
                    <a:pt x="233" y="729"/>
                    <a:pt x="233" y="712"/>
                  </a:cubicBezTo>
                  <a:lnTo>
                    <a:pt x="233" y="510"/>
                  </a:lnTo>
                  <a:lnTo>
                    <a:pt x="400" y="710"/>
                  </a:lnTo>
                  <a:cubicBezTo>
                    <a:pt x="407" y="719"/>
                    <a:pt x="420" y="734"/>
                    <a:pt x="437" y="753"/>
                  </a:cubicBezTo>
                  <a:cubicBezTo>
                    <a:pt x="456" y="775"/>
                    <a:pt x="471" y="791"/>
                    <a:pt x="481" y="801"/>
                  </a:cubicBezTo>
                  <a:cubicBezTo>
                    <a:pt x="513" y="835"/>
                    <a:pt x="543" y="859"/>
                    <a:pt x="573" y="875"/>
                  </a:cubicBezTo>
                  <a:cubicBezTo>
                    <a:pt x="599" y="889"/>
                    <a:pt x="624" y="895"/>
                    <a:pt x="662" y="896"/>
                  </a:cubicBezTo>
                  <a:cubicBezTo>
                    <a:pt x="677" y="897"/>
                    <a:pt x="693" y="897"/>
                    <a:pt x="709" y="897"/>
                  </a:cubicBezTo>
                  <a:lnTo>
                    <a:pt x="822" y="897"/>
                  </a:lnTo>
                  <a:cubicBezTo>
                    <a:pt x="807" y="885"/>
                    <a:pt x="800" y="880"/>
                    <a:pt x="789" y="870"/>
                  </a:cubicBezTo>
                  <a:cubicBezTo>
                    <a:pt x="777" y="859"/>
                    <a:pt x="764" y="848"/>
                    <a:pt x="750" y="83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A584396E-C3BB-4279-AED5-86C460BF26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9" y="195"/>
              <a:ext cx="68" cy="84"/>
            </a:xfrm>
            <a:custGeom>
              <a:avLst/>
              <a:gdLst>
                <a:gd name="T0" fmla="*/ 668 w 765"/>
                <a:gd name="T1" fmla="*/ 790 h 944"/>
                <a:gd name="T2" fmla="*/ 668 w 765"/>
                <a:gd name="T3" fmla="*/ 790 h 944"/>
                <a:gd name="T4" fmla="*/ 512 w 765"/>
                <a:gd name="T5" fmla="*/ 823 h 944"/>
                <a:gd name="T6" fmla="*/ 281 w 765"/>
                <a:gd name="T7" fmla="*/ 727 h 944"/>
                <a:gd name="T8" fmla="*/ 191 w 765"/>
                <a:gd name="T9" fmla="*/ 478 h 944"/>
                <a:gd name="T10" fmla="*/ 272 w 765"/>
                <a:gd name="T11" fmla="*/ 236 h 944"/>
                <a:gd name="T12" fmla="*/ 354 w 765"/>
                <a:gd name="T13" fmla="*/ 170 h 944"/>
                <a:gd name="T14" fmla="*/ 527 w 765"/>
                <a:gd name="T15" fmla="*/ 126 h 944"/>
                <a:gd name="T16" fmla="*/ 688 w 765"/>
                <a:gd name="T17" fmla="*/ 159 h 944"/>
                <a:gd name="T18" fmla="*/ 762 w 765"/>
                <a:gd name="T19" fmla="*/ 199 h 944"/>
                <a:gd name="T20" fmla="*/ 762 w 765"/>
                <a:gd name="T21" fmla="*/ 31 h 944"/>
                <a:gd name="T22" fmla="*/ 708 w 765"/>
                <a:gd name="T23" fmla="*/ 16 h 944"/>
                <a:gd name="T24" fmla="*/ 550 w 765"/>
                <a:gd name="T25" fmla="*/ 0 h 944"/>
                <a:gd name="T26" fmla="*/ 294 w 765"/>
                <a:gd name="T27" fmla="*/ 48 h 944"/>
                <a:gd name="T28" fmla="*/ 171 w 765"/>
                <a:gd name="T29" fmla="*/ 121 h 944"/>
                <a:gd name="T30" fmla="*/ 0 w 765"/>
                <a:gd name="T31" fmla="*/ 488 h 944"/>
                <a:gd name="T32" fmla="*/ 164 w 765"/>
                <a:gd name="T33" fmla="*/ 840 h 944"/>
                <a:gd name="T34" fmla="*/ 499 w 765"/>
                <a:gd name="T35" fmla="*/ 944 h 944"/>
                <a:gd name="T36" fmla="*/ 751 w 765"/>
                <a:gd name="T37" fmla="*/ 904 h 944"/>
                <a:gd name="T38" fmla="*/ 765 w 765"/>
                <a:gd name="T39" fmla="*/ 899 h 944"/>
                <a:gd name="T40" fmla="*/ 765 w 765"/>
                <a:gd name="T41" fmla="*/ 736 h 944"/>
                <a:gd name="T42" fmla="*/ 724 w 765"/>
                <a:gd name="T43" fmla="*/ 763 h 944"/>
                <a:gd name="T44" fmla="*/ 668 w 765"/>
                <a:gd name="T45" fmla="*/ 790 h 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65" h="944">
                  <a:moveTo>
                    <a:pt x="668" y="790"/>
                  </a:moveTo>
                  <a:lnTo>
                    <a:pt x="668" y="790"/>
                  </a:lnTo>
                  <a:cubicBezTo>
                    <a:pt x="614" y="813"/>
                    <a:pt x="565" y="823"/>
                    <a:pt x="512" y="823"/>
                  </a:cubicBezTo>
                  <a:cubicBezTo>
                    <a:pt x="419" y="823"/>
                    <a:pt x="340" y="790"/>
                    <a:pt x="281" y="727"/>
                  </a:cubicBezTo>
                  <a:cubicBezTo>
                    <a:pt x="222" y="664"/>
                    <a:pt x="191" y="577"/>
                    <a:pt x="191" y="478"/>
                  </a:cubicBezTo>
                  <a:cubicBezTo>
                    <a:pt x="191" y="384"/>
                    <a:pt x="220" y="297"/>
                    <a:pt x="272" y="236"/>
                  </a:cubicBezTo>
                  <a:cubicBezTo>
                    <a:pt x="295" y="210"/>
                    <a:pt x="322" y="187"/>
                    <a:pt x="354" y="170"/>
                  </a:cubicBezTo>
                  <a:cubicBezTo>
                    <a:pt x="404" y="141"/>
                    <a:pt x="463" y="126"/>
                    <a:pt x="527" y="126"/>
                  </a:cubicBezTo>
                  <a:cubicBezTo>
                    <a:pt x="582" y="126"/>
                    <a:pt x="635" y="137"/>
                    <a:pt x="688" y="159"/>
                  </a:cubicBezTo>
                  <a:cubicBezTo>
                    <a:pt x="722" y="172"/>
                    <a:pt x="734" y="179"/>
                    <a:pt x="762" y="199"/>
                  </a:cubicBezTo>
                  <a:lnTo>
                    <a:pt x="762" y="31"/>
                  </a:lnTo>
                  <a:cubicBezTo>
                    <a:pt x="740" y="24"/>
                    <a:pt x="731" y="21"/>
                    <a:pt x="708" y="16"/>
                  </a:cubicBezTo>
                  <a:cubicBezTo>
                    <a:pt x="656" y="5"/>
                    <a:pt x="606" y="0"/>
                    <a:pt x="550" y="0"/>
                  </a:cubicBezTo>
                  <a:cubicBezTo>
                    <a:pt x="453" y="0"/>
                    <a:pt x="370" y="16"/>
                    <a:pt x="294" y="48"/>
                  </a:cubicBezTo>
                  <a:cubicBezTo>
                    <a:pt x="249" y="67"/>
                    <a:pt x="207" y="91"/>
                    <a:pt x="171" y="121"/>
                  </a:cubicBezTo>
                  <a:cubicBezTo>
                    <a:pt x="60" y="210"/>
                    <a:pt x="0" y="339"/>
                    <a:pt x="0" y="488"/>
                  </a:cubicBezTo>
                  <a:cubicBezTo>
                    <a:pt x="0" y="632"/>
                    <a:pt x="58" y="756"/>
                    <a:pt x="164" y="840"/>
                  </a:cubicBezTo>
                  <a:cubicBezTo>
                    <a:pt x="251" y="909"/>
                    <a:pt x="364" y="944"/>
                    <a:pt x="499" y="944"/>
                  </a:cubicBezTo>
                  <a:cubicBezTo>
                    <a:pt x="583" y="944"/>
                    <a:pt x="662" y="931"/>
                    <a:pt x="751" y="904"/>
                  </a:cubicBezTo>
                  <a:cubicBezTo>
                    <a:pt x="754" y="903"/>
                    <a:pt x="759" y="901"/>
                    <a:pt x="765" y="899"/>
                  </a:cubicBezTo>
                  <a:lnTo>
                    <a:pt x="765" y="736"/>
                  </a:lnTo>
                  <a:cubicBezTo>
                    <a:pt x="744" y="750"/>
                    <a:pt x="736" y="755"/>
                    <a:pt x="724" y="763"/>
                  </a:cubicBezTo>
                  <a:cubicBezTo>
                    <a:pt x="706" y="773"/>
                    <a:pt x="688" y="782"/>
                    <a:pt x="668" y="79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5F2F9B40-5A8A-438C-941A-F5B69038E2E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1" y="197"/>
              <a:ext cx="78" cy="83"/>
            </a:xfrm>
            <a:custGeom>
              <a:avLst/>
              <a:gdLst>
                <a:gd name="T0" fmla="*/ 631 w 885"/>
                <a:gd name="T1" fmla="*/ 34 h 927"/>
                <a:gd name="T2" fmla="*/ 631 w 885"/>
                <a:gd name="T3" fmla="*/ 34 h 927"/>
                <a:gd name="T4" fmla="*/ 644 w 885"/>
                <a:gd name="T5" fmla="*/ 65 h 927"/>
                <a:gd name="T6" fmla="*/ 652 w 885"/>
                <a:gd name="T7" fmla="*/ 159 h 927"/>
                <a:gd name="T8" fmla="*/ 652 w 885"/>
                <a:gd name="T9" fmla="*/ 500 h 927"/>
                <a:gd name="T10" fmla="*/ 645 w 885"/>
                <a:gd name="T11" fmla="*/ 652 h 927"/>
                <a:gd name="T12" fmla="*/ 621 w 885"/>
                <a:gd name="T13" fmla="*/ 718 h 927"/>
                <a:gd name="T14" fmla="*/ 511 w 885"/>
                <a:gd name="T15" fmla="*/ 795 h 927"/>
                <a:gd name="T16" fmla="*/ 448 w 885"/>
                <a:gd name="T17" fmla="*/ 802 h 927"/>
                <a:gd name="T18" fmla="*/ 272 w 885"/>
                <a:gd name="T19" fmla="*/ 726 h 927"/>
                <a:gd name="T20" fmla="*/ 240 w 885"/>
                <a:gd name="T21" fmla="*/ 562 h 927"/>
                <a:gd name="T22" fmla="*/ 239 w 885"/>
                <a:gd name="T23" fmla="*/ 488 h 927"/>
                <a:gd name="T24" fmla="*/ 239 w 885"/>
                <a:gd name="T25" fmla="*/ 218 h 927"/>
                <a:gd name="T26" fmla="*/ 241 w 885"/>
                <a:gd name="T27" fmla="*/ 114 h 927"/>
                <a:gd name="T28" fmla="*/ 248 w 885"/>
                <a:gd name="T29" fmla="*/ 73 h 927"/>
                <a:gd name="T30" fmla="*/ 284 w 885"/>
                <a:gd name="T31" fmla="*/ 8 h 927"/>
                <a:gd name="T32" fmla="*/ 291 w 885"/>
                <a:gd name="T33" fmla="*/ 0 h 927"/>
                <a:gd name="T34" fmla="*/ 0 w 885"/>
                <a:gd name="T35" fmla="*/ 0 h 927"/>
                <a:gd name="T36" fmla="*/ 32 w 885"/>
                <a:gd name="T37" fmla="*/ 36 h 927"/>
                <a:gd name="T38" fmla="*/ 45 w 885"/>
                <a:gd name="T39" fmla="*/ 67 h 927"/>
                <a:gd name="T40" fmla="*/ 51 w 885"/>
                <a:gd name="T41" fmla="*/ 109 h 927"/>
                <a:gd name="T42" fmla="*/ 51 w 885"/>
                <a:gd name="T43" fmla="*/ 164 h 927"/>
                <a:gd name="T44" fmla="*/ 52 w 885"/>
                <a:gd name="T45" fmla="*/ 216 h 927"/>
                <a:gd name="T46" fmla="*/ 52 w 885"/>
                <a:gd name="T47" fmla="*/ 473 h 927"/>
                <a:gd name="T48" fmla="*/ 55 w 885"/>
                <a:gd name="T49" fmla="*/ 631 h 927"/>
                <a:gd name="T50" fmla="*/ 118 w 885"/>
                <a:gd name="T51" fmla="*/ 796 h 927"/>
                <a:gd name="T52" fmla="*/ 435 w 885"/>
                <a:gd name="T53" fmla="*/ 927 h 927"/>
                <a:gd name="T54" fmla="*/ 615 w 885"/>
                <a:gd name="T55" fmla="*/ 898 h 927"/>
                <a:gd name="T56" fmla="*/ 748 w 885"/>
                <a:gd name="T57" fmla="*/ 809 h 927"/>
                <a:gd name="T58" fmla="*/ 821 w 885"/>
                <a:gd name="T59" fmla="*/ 635 h 927"/>
                <a:gd name="T60" fmla="*/ 827 w 885"/>
                <a:gd name="T61" fmla="*/ 475 h 927"/>
                <a:gd name="T62" fmla="*/ 827 w 885"/>
                <a:gd name="T63" fmla="*/ 217 h 927"/>
                <a:gd name="T64" fmla="*/ 826 w 885"/>
                <a:gd name="T65" fmla="*/ 165 h 927"/>
                <a:gd name="T66" fmla="*/ 826 w 885"/>
                <a:gd name="T67" fmla="*/ 155 h 927"/>
                <a:gd name="T68" fmla="*/ 834 w 885"/>
                <a:gd name="T69" fmla="*/ 73 h 927"/>
                <a:gd name="T70" fmla="*/ 849 w 885"/>
                <a:gd name="T71" fmla="*/ 37 h 927"/>
                <a:gd name="T72" fmla="*/ 885 w 885"/>
                <a:gd name="T73" fmla="*/ 0 h 927"/>
                <a:gd name="T74" fmla="*/ 599 w 885"/>
                <a:gd name="T75" fmla="*/ 0 h 927"/>
                <a:gd name="T76" fmla="*/ 631 w 885"/>
                <a:gd name="T77" fmla="*/ 34 h 9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85" h="927">
                  <a:moveTo>
                    <a:pt x="631" y="34"/>
                  </a:moveTo>
                  <a:lnTo>
                    <a:pt x="631" y="34"/>
                  </a:lnTo>
                  <a:cubicBezTo>
                    <a:pt x="637" y="44"/>
                    <a:pt x="641" y="54"/>
                    <a:pt x="644" y="65"/>
                  </a:cubicBezTo>
                  <a:cubicBezTo>
                    <a:pt x="650" y="87"/>
                    <a:pt x="652" y="108"/>
                    <a:pt x="652" y="159"/>
                  </a:cubicBezTo>
                  <a:lnTo>
                    <a:pt x="652" y="500"/>
                  </a:lnTo>
                  <a:cubicBezTo>
                    <a:pt x="652" y="573"/>
                    <a:pt x="650" y="617"/>
                    <a:pt x="645" y="652"/>
                  </a:cubicBezTo>
                  <a:cubicBezTo>
                    <a:pt x="641" y="676"/>
                    <a:pt x="633" y="698"/>
                    <a:pt x="621" y="718"/>
                  </a:cubicBezTo>
                  <a:cubicBezTo>
                    <a:pt x="600" y="755"/>
                    <a:pt x="559" y="783"/>
                    <a:pt x="511" y="795"/>
                  </a:cubicBezTo>
                  <a:cubicBezTo>
                    <a:pt x="492" y="800"/>
                    <a:pt x="470" y="802"/>
                    <a:pt x="448" y="802"/>
                  </a:cubicBezTo>
                  <a:cubicBezTo>
                    <a:pt x="371" y="802"/>
                    <a:pt x="304" y="773"/>
                    <a:pt x="272" y="726"/>
                  </a:cubicBezTo>
                  <a:cubicBezTo>
                    <a:pt x="248" y="690"/>
                    <a:pt x="241" y="655"/>
                    <a:pt x="240" y="562"/>
                  </a:cubicBezTo>
                  <a:lnTo>
                    <a:pt x="239" y="488"/>
                  </a:lnTo>
                  <a:lnTo>
                    <a:pt x="239" y="218"/>
                  </a:lnTo>
                  <a:cubicBezTo>
                    <a:pt x="239" y="166"/>
                    <a:pt x="239" y="141"/>
                    <a:pt x="241" y="114"/>
                  </a:cubicBezTo>
                  <a:cubicBezTo>
                    <a:pt x="242" y="98"/>
                    <a:pt x="244" y="84"/>
                    <a:pt x="248" y="73"/>
                  </a:cubicBezTo>
                  <a:cubicBezTo>
                    <a:pt x="254" y="52"/>
                    <a:pt x="269" y="25"/>
                    <a:pt x="284" y="8"/>
                  </a:cubicBezTo>
                  <a:cubicBezTo>
                    <a:pt x="286" y="6"/>
                    <a:pt x="288" y="3"/>
                    <a:pt x="291" y="0"/>
                  </a:cubicBezTo>
                  <a:lnTo>
                    <a:pt x="0" y="0"/>
                  </a:lnTo>
                  <a:cubicBezTo>
                    <a:pt x="18" y="15"/>
                    <a:pt x="23" y="21"/>
                    <a:pt x="32" y="36"/>
                  </a:cubicBezTo>
                  <a:cubicBezTo>
                    <a:pt x="38" y="46"/>
                    <a:pt x="42" y="56"/>
                    <a:pt x="45" y="67"/>
                  </a:cubicBezTo>
                  <a:cubicBezTo>
                    <a:pt x="48" y="81"/>
                    <a:pt x="51" y="95"/>
                    <a:pt x="51" y="109"/>
                  </a:cubicBezTo>
                  <a:cubicBezTo>
                    <a:pt x="51" y="117"/>
                    <a:pt x="51" y="136"/>
                    <a:pt x="51" y="164"/>
                  </a:cubicBezTo>
                  <a:lnTo>
                    <a:pt x="52" y="216"/>
                  </a:lnTo>
                  <a:lnTo>
                    <a:pt x="52" y="473"/>
                  </a:lnTo>
                  <a:cubicBezTo>
                    <a:pt x="52" y="569"/>
                    <a:pt x="52" y="593"/>
                    <a:pt x="55" y="631"/>
                  </a:cubicBezTo>
                  <a:cubicBezTo>
                    <a:pt x="61" y="697"/>
                    <a:pt x="80" y="749"/>
                    <a:pt x="118" y="796"/>
                  </a:cubicBezTo>
                  <a:cubicBezTo>
                    <a:pt x="186" y="882"/>
                    <a:pt x="295" y="927"/>
                    <a:pt x="435" y="927"/>
                  </a:cubicBezTo>
                  <a:cubicBezTo>
                    <a:pt x="501" y="927"/>
                    <a:pt x="566" y="916"/>
                    <a:pt x="615" y="898"/>
                  </a:cubicBezTo>
                  <a:cubicBezTo>
                    <a:pt x="667" y="879"/>
                    <a:pt x="714" y="847"/>
                    <a:pt x="748" y="809"/>
                  </a:cubicBezTo>
                  <a:cubicBezTo>
                    <a:pt x="790" y="763"/>
                    <a:pt x="814" y="705"/>
                    <a:pt x="821" y="635"/>
                  </a:cubicBezTo>
                  <a:cubicBezTo>
                    <a:pt x="825" y="594"/>
                    <a:pt x="827" y="545"/>
                    <a:pt x="827" y="475"/>
                  </a:cubicBezTo>
                  <a:lnTo>
                    <a:pt x="827" y="217"/>
                  </a:lnTo>
                  <a:lnTo>
                    <a:pt x="826" y="165"/>
                  </a:lnTo>
                  <a:lnTo>
                    <a:pt x="826" y="155"/>
                  </a:lnTo>
                  <a:cubicBezTo>
                    <a:pt x="826" y="117"/>
                    <a:pt x="828" y="94"/>
                    <a:pt x="834" y="73"/>
                  </a:cubicBezTo>
                  <a:cubicBezTo>
                    <a:pt x="837" y="61"/>
                    <a:pt x="842" y="48"/>
                    <a:pt x="849" y="37"/>
                  </a:cubicBezTo>
                  <a:cubicBezTo>
                    <a:pt x="859" y="22"/>
                    <a:pt x="866" y="15"/>
                    <a:pt x="885" y="0"/>
                  </a:cubicBezTo>
                  <a:lnTo>
                    <a:pt x="599" y="0"/>
                  </a:lnTo>
                  <a:cubicBezTo>
                    <a:pt x="616" y="13"/>
                    <a:pt x="622" y="20"/>
                    <a:pt x="631" y="3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BBE2A4D2-785C-41E1-80BD-11621F7993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1" y="197"/>
              <a:ext cx="77" cy="80"/>
            </a:xfrm>
            <a:custGeom>
              <a:avLst/>
              <a:gdLst>
                <a:gd name="T0" fmla="*/ 654 w 865"/>
                <a:gd name="T1" fmla="*/ 771 h 897"/>
                <a:gd name="T2" fmla="*/ 654 w 865"/>
                <a:gd name="T3" fmla="*/ 771 h 897"/>
                <a:gd name="T4" fmla="*/ 513 w 865"/>
                <a:gd name="T5" fmla="*/ 783 h 897"/>
                <a:gd name="T6" fmla="*/ 442 w 865"/>
                <a:gd name="T7" fmla="*/ 784 h 897"/>
                <a:gd name="T8" fmla="*/ 304 w 865"/>
                <a:gd name="T9" fmla="*/ 784 h 897"/>
                <a:gd name="T10" fmla="*/ 848 w 865"/>
                <a:gd name="T11" fmla="*/ 0 h 897"/>
                <a:gd name="T12" fmla="*/ 143 w 865"/>
                <a:gd name="T13" fmla="*/ 0 h 897"/>
                <a:gd name="T14" fmla="*/ 56 w 865"/>
                <a:gd name="T15" fmla="*/ 191 h 897"/>
                <a:gd name="T16" fmla="*/ 121 w 865"/>
                <a:gd name="T17" fmla="*/ 160 h 897"/>
                <a:gd name="T18" fmla="*/ 248 w 865"/>
                <a:gd name="T19" fmla="*/ 124 h 897"/>
                <a:gd name="T20" fmla="*/ 375 w 865"/>
                <a:gd name="T21" fmla="*/ 113 h 897"/>
                <a:gd name="T22" fmla="*/ 444 w 865"/>
                <a:gd name="T23" fmla="*/ 112 h 897"/>
                <a:gd name="T24" fmla="*/ 549 w 865"/>
                <a:gd name="T25" fmla="*/ 112 h 897"/>
                <a:gd name="T26" fmla="*/ 0 w 865"/>
                <a:gd name="T27" fmla="*/ 897 h 897"/>
                <a:gd name="T28" fmla="*/ 776 w 865"/>
                <a:gd name="T29" fmla="*/ 897 h 897"/>
                <a:gd name="T30" fmla="*/ 865 w 865"/>
                <a:gd name="T31" fmla="*/ 692 h 897"/>
                <a:gd name="T32" fmla="*/ 800 w 865"/>
                <a:gd name="T33" fmla="*/ 727 h 897"/>
                <a:gd name="T34" fmla="*/ 654 w 865"/>
                <a:gd name="T35" fmla="*/ 771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65" h="897">
                  <a:moveTo>
                    <a:pt x="654" y="771"/>
                  </a:moveTo>
                  <a:lnTo>
                    <a:pt x="654" y="771"/>
                  </a:lnTo>
                  <a:cubicBezTo>
                    <a:pt x="614" y="778"/>
                    <a:pt x="569" y="782"/>
                    <a:pt x="513" y="783"/>
                  </a:cubicBezTo>
                  <a:cubicBezTo>
                    <a:pt x="495" y="784"/>
                    <a:pt x="471" y="784"/>
                    <a:pt x="442" y="784"/>
                  </a:cubicBezTo>
                  <a:lnTo>
                    <a:pt x="304" y="784"/>
                  </a:lnTo>
                  <a:lnTo>
                    <a:pt x="848" y="0"/>
                  </a:lnTo>
                  <a:lnTo>
                    <a:pt x="143" y="0"/>
                  </a:lnTo>
                  <a:lnTo>
                    <a:pt x="56" y="191"/>
                  </a:lnTo>
                  <a:cubicBezTo>
                    <a:pt x="85" y="176"/>
                    <a:pt x="96" y="170"/>
                    <a:pt x="121" y="160"/>
                  </a:cubicBezTo>
                  <a:cubicBezTo>
                    <a:pt x="162" y="144"/>
                    <a:pt x="206" y="132"/>
                    <a:pt x="248" y="124"/>
                  </a:cubicBezTo>
                  <a:cubicBezTo>
                    <a:pt x="285" y="118"/>
                    <a:pt x="319" y="115"/>
                    <a:pt x="375" y="113"/>
                  </a:cubicBezTo>
                  <a:cubicBezTo>
                    <a:pt x="400" y="112"/>
                    <a:pt x="423" y="112"/>
                    <a:pt x="444" y="112"/>
                  </a:cubicBezTo>
                  <a:lnTo>
                    <a:pt x="549" y="112"/>
                  </a:lnTo>
                  <a:lnTo>
                    <a:pt x="0" y="897"/>
                  </a:lnTo>
                  <a:lnTo>
                    <a:pt x="776" y="897"/>
                  </a:lnTo>
                  <a:lnTo>
                    <a:pt x="865" y="692"/>
                  </a:lnTo>
                  <a:cubicBezTo>
                    <a:pt x="834" y="710"/>
                    <a:pt x="823" y="716"/>
                    <a:pt x="800" y="727"/>
                  </a:cubicBezTo>
                  <a:cubicBezTo>
                    <a:pt x="754" y="747"/>
                    <a:pt x="705" y="762"/>
                    <a:pt x="654" y="77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84875BC3-7911-4AAB-A751-3F6F3DA3F90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0" y="167"/>
              <a:ext cx="18" cy="18"/>
            </a:xfrm>
            <a:custGeom>
              <a:avLst/>
              <a:gdLst>
                <a:gd name="T0" fmla="*/ 102 w 203"/>
                <a:gd name="T1" fmla="*/ 189 h 203"/>
                <a:gd name="T2" fmla="*/ 102 w 203"/>
                <a:gd name="T3" fmla="*/ 189 h 203"/>
                <a:gd name="T4" fmla="*/ 17 w 203"/>
                <a:gd name="T5" fmla="*/ 102 h 203"/>
                <a:gd name="T6" fmla="*/ 102 w 203"/>
                <a:gd name="T7" fmla="*/ 15 h 203"/>
                <a:gd name="T8" fmla="*/ 187 w 203"/>
                <a:gd name="T9" fmla="*/ 102 h 203"/>
                <a:gd name="T10" fmla="*/ 102 w 203"/>
                <a:gd name="T11" fmla="*/ 189 h 203"/>
                <a:gd name="T12" fmla="*/ 102 w 203"/>
                <a:gd name="T13" fmla="*/ 189 h 203"/>
                <a:gd name="T14" fmla="*/ 102 w 203"/>
                <a:gd name="T15" fmla="*/ 0 h 203"/>
                <a:gd name="T16" fmla="*/ 102 w 203"/>
                <a:gd name="T17" fmla="*/ 0 h 203"/>
                <a:gd name="T18" fmla="*/ 0 w 203"/>
                <a:gd name="T19" fmla="*/ 102 h 203"/>
                <a:gd name="T20" fmla="*/ 102 w 203"/>
                <a:gd name="T21" fmla="*/ 203 h 203"/>
                <a:gd name="T22" fmla="*/ 203 w 203"/>
                <a:gd name="T23" fmla="*/ 102 h 203"/>
                <a:gd name="T24" fmla="*/ 102 w 203"/>
                <a:gd name="T25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3" h="203">
                  <a:moveTo>
                    <a:pt x="102" y="189"/>
                  </a:moveTo>
                  <a:lnTo>
                    <a:pt x="102" y="189"/>
                  </a:lnTo>
                  <a:cubicBezTo>
                    <a:pt x="54" y="189"/>
                    <a:pt x="17" y="154"/>
                    <a:pt x="17" y="102"/>
                  </a:cubicBezTo>
                  <a:cubicBezTo>
                    <a:pt x="17" y="50"/>
                    <a:pt x="54" y="15"/>
                    <a:pt x="102" y="15"/>
                  </a:cubicBezTo>
                  <a:cubicBezTo>
                    <a:pt x="150" y="15"/>
                    <a:pt x="187" y="50"/>
                    <a:pt x="187" y="102"/>
                  </a:cubicBezTo>
                  <a:cubicBezTo>
                    <a:pt x="187" y="154"/>
                    <a:pt x="150" y="189"/>
                    <a:pt x="102" y="189"/>
                  </a:cubicBezTo>
                  <a:lnTo>
                    <a:pt x="102" y="189"/>
                  </a:lnTo>
                  <a:close/>
                  <a:moveTo>
                    <a:pt x="102" y="0"/>
                  </a:moveTo>
                  <a:lnTo>
                    <a:pt x="102" y="0"/>
                  </a:lnTo>
                  <a:cubicBezTo>
                    <a:pt x="46" y="0"/>
                    <a:pt x="0" y="42"/>
                    <a:pt x="0" y="102"/>
                  </a:cubicBezTo>
                  <a:cubicBezTo>
                    <a:pt x="0" y="162"/>
                    <a:pt x="46" y="203"/>
                    <a:pt x="102" y="203"/>
                  </a:cubicBezTo>
                  <a:cubicBezTo>
                    <a:pt x="158" y="203"/>
                    <a:pt x="203" y="162"/>
                    <a:pt x="203" y="102"/>
                  </a:cubicBezTo>
                  <a:cubicBezTo>
                    <a:pt x="203" y="42"/>
                    <a:pt x="158" y="0"/>
                    <a:pt x="10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2" name="Freeform 13">
              <a:extLst>
                <a:ext uri="{FF2B5EF4-FFF2-40B4-BE49-F238E27FC236}">
                  <a16:creationId xmlns:a16="http://schemas.microsoft.com/office/drawing/2014/main" id="{93909FC0-F49E-485A-A2A8-CCDB496B6B9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6" y="171"/>
              <a:ext cx="7" cy="9"/>
            </a:xfrm>
            <a:custGeom>
              <a:avLst/>
              <a:gdLst>
                <a:gd name="T0" fmla="*/ 40 w 87"/>
                <a:gd name="T1" fmla="*/ 50 h 107"/>
                <a:gd name="T2" fmla="*/ 40 w 87"/>
                <a:gd name="T3" fmla="*/ 50 h 107"/>
                <a:gd name="T4" fmla="*/ 15 w 87"/>
                <a:gd name="T5" fmla="*/ 50 h 107"/>
                <a:gd name="T6" fmla="*/ 15 w 87"/>
                <a:gd name="T7" fmla="*/ 16 h 107"/>
                <a:gd name="T8" fmla="*/ 38 w 87"/>
                <a:gd name="T9" fmla="*/ 16 h 107"/>
                <a:gd name="T10" fmla="*/ 66 w 87"/>
                <a:gd name="T11" fmla="*/ 33 h 107"/>
                <a:gd name="T12" fmla="*/ 40 w 87"/>
                <a:gd name="T13" fmla="*/ 50 h 107"/>
                <a:gd name="T14" fmla="*/ 40 w 87"/>
                <a:gd name="T15" fmla="*/ 50 h 107"/>
                <a:gd name="T16" fmla="*/ 83 w 87"/>
                <a:gd name="T17" fmla="*/ 33 h 107"/>
                <a:gd name="T18" fmla="*/ 83 w 87"/>
                <a:gd name="T19" fmla="*/ 33 h 107"/>
                <a:gd name="T20" fmla="*/ 32 w 87"/>
                <a:gd name="T21" fmla="*/ 0 h 107"/>
                <a:gd name="T22" fmla="*/ 0 w 87"/>
                <a:gd name="T23" fmla="*/ 0 h 107"/>
                <a:gd name="T24" fmla="*/ 0 w 87"/>
                <a:gd name="T25" fmla="*/ 107 h 107"/>
                <a:gd name="T26" fmla="*/ 15 w 87"/>
                <a:gd name="T27" fmla="*/ 107 h 107"/>
                <a:gd name="T28" fmla="*/ 15 w 87"/>
                <a:gd name="T29" fmla="*/ 66 h 107"/>
                <a:gd name="T30" fmla="*/ 44 w 87"/>
                <a:gd name="T31" fmla="*/ 66 h 107"/>
                <a:gd name="T32" fmla="*/ 46 w 87"/>
                <a:gd name="T33" fmla="*/ 65 h 107"/>
                <a:gd name="T34" fmla="*/ 69 w 87"/>
                <a:gd name="T35" fmla="*/ 107 h 107"/>
                <a:gd name="T36" fmla="*/ 87 w 87"/>
                <a:gd name="T37" fmla="*/ 107 h 107"/>
                <a:gd name="T38" fmla="*/ 62 w 87"/>
                <a:gd name="T39" fmla="*/ 62 h 107"/>
                <a:gd name="T40" fmla="*/ 83 w 87"/>
                <a:gd name="T41" fmla="*/ 3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7" h="107">
                  <a:moveTo>
                    <a:pt x="40" y="50"/>
                  </a:moveTo>
                  <a:lnTo>
                    <a:pt x="40" y="50"/>
                  </a:lnTo>
                  <a:lnTo>
                    <a:pt x="15" y="50"/>
                  </a:lnTo>
                  <a:lnTo>
                    <a:pt x="15" y="16"/>
                  </a:lnTo>
                  <a:lnTo>
                    <a:pt x="38" y="16"/>
                  </a:lnTo>
                  <a:cubicBezTo>
                    <a:pt x="54" y="16"/>
                    <a:pt x="66" y="19"/>
                    <a:pt x="66" y="33"/>
                  </a:cubicBezTo>
                  <a:cubicBezTo>
                    <a:pt x="66" y="45"/>
                    <a:pt x="58" y="50"/>
                    <a:pt x="40" y="50"/>
                  </a:cubicBezTo>
                  <a:lnTo>
                    <a:pt x="40" y="50"/>
                  </a:lnTo>
                  <a:close/>
                  <a:moveTo>
                    <a:pt x="83" y="33"/>
                  </a:moveTo>
                  <a:lnTo>
                    <a:pt x="83" y="33"/>
                  </a:lnTo>
                  <a:cubicBezTo>
                    <a:pt x="83" y="5"/>
                    <a:pt x="64" y="0"/>
                    <a:pt x="32" y="0"/>
                  </a:cubicBezTo>
                  <a:lnTo>
                    <a:pt x="0" y="0"/>
                  </a:lnTo>
                  <a:lnTo>
                    <a:pt x="0" y="107"/>
                  </a:lnTo>
                  <a:lnTo>
                    <a:pt x="15" y="107"/>
                  </a:lnTo>
                  <a:lnTo>
                    <a:pt x="15" y="66"/>
                  </a:lnTo>
                  <a:lnTo>
                    <a:pt x="44" y="66"/>
                  </a:lnTo>
                  <a:cubicBezTo>
                    <a:pt x="45" y="66"/>
                    <a:pt x="46" y="66"/>
                    <a:pt x="46" y="65"/>
                  </a:cubicBezTo>
                  <a:lnTo>
                    <a:pt x="69" y="107"/>
                  </a:lnTo>
                  <a:lnTo>
                    <a:pt x="87" y="107"/>
                  </a:lnTo>
                  <a:lnTo>
                    <a:pt x="62" y="62"/>
                  </a:lnTo>
                  <a:cubicBezTo>
                    <a:pt x="76" y="56"/>
                    <a:pt x="83" y="45"/>
                    <a:pt x="83" y="3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</p:grp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22F76E53-ED3E-4712-828A-462700FD5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4" y="1206178"/>
            <a:ext cx="7621515" cy="5040145"/>
          </a:xfrm>
        </p:spPr>
        <p:txBody>
          <a:bodyPr lIns="72000" tIns="72000" rIns="72000" bIns="72000"/>
          <a:lstStyle>
            <a:lvl1pPr>
              <a:defRPr sz="1800">
                <a:latin typeface="+mn-lt"/>
                <a:cs typeface="Arial" panose="020B0604020202020204" pitchFamily="34" charset="0"/>
              </a:defRPr>
            </a:lvl1pPr>
            <a:lvl2pPr>
              <a:defRPr sz="1600">
                <a:latin typeface="+mn-lt"/>
                <a:cs typeface="Arial" panose="020B0604020202020204" pitchFamily="34" charset="0"/>
              </a:defRPr>
            </a:lvl2pPr>
            <a:lvl3pPr>
              <a:defRPr sz="1400">
                <a:latin typeface="+mn-lt"/>
                <a:cs typeface="Arial" panose="020B0604020202020204" pitchFamily="34" charset="0"/>
              </a:defRPr>
            </a:lvl3pPr>
            <a:lvl4pPr>
              <a:defRPr sz="1200">
                <a:latin typeface="+mn-lt"/>
                <a:cs typeface="Arial" panose="020B0604020202020204" pitchFamily="34" charset="0"/>
              </a:defRPr>
            </a:lvl4pPr>
            <a:lvl5pPr>
              <a:defRPr sz="12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E83A98D-348B-40D1-B8DE-954D062DE5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0454A9A-E833-4775-8C2D-33EB42BCE6B5}"/>
              </a:ext>
            </a:extLst>
          </p:cNvPr>
          <p:cNvSpPr txBox="1"/>
          <p:nvPr userDrawn="1"/>
        </p:nvSpPr>
        <p:spPr>
          <a:xfrm>
            <a:off x="11158230" y="6548967"/>
            <a:ext cx="699337" cy="143565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defPPr>
              <a:defRPr lang="en-US"/>
            </a:defPPr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sz="900" dirty="0">
                <a:latin typeface="+mn-lt"/>
                <a:cs typeface="Arial" panose="020B0604020202020204" pitchFamily="34" charset="0"/>
              </a:rPr>
              <a:t>© Zurich</a:t>
            </a:r>
          </a:p>
        </p:txBody>
      </p:sp>
      <p:sp>
        <p:nvSpPr>
          <p:cNvPr id="36" name="Footer Placeholder 3">
            <a:extLst>
              <a:ext uri="{FF2B5EF4-FFF2-40B4-BE49-F238E27FC236}">
                <a16:creationId xmlns:a16="http://schemas.microsoft.com/office/drawing/2014/main" id="{D4697806-E525-43F1-B233-E030C6B5FB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28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9979B0B5-DCB0-844D-8724-1DB31C8A8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659" y="260268"/>
            <a:ext cx="9586415" cy="332399"/>
          </a:xfrm>
        </p:spPr>
        <p:txBody>
          <a:bodyPr>
            <a:spAutoFit/>
          </a:bodyPr>
          <a:lstStyle>
            <a:lvl1pPr>
              <a:defRPr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7" name="Group 4">
            <a:extLst>
              <a:ext uri="{FF2B5EF4-FFF2-40B4-BE49-F238E27FC236}">
                <a16:creationId xmlns:a16="http://schemas.microsoft.com/office/drawing/2014/main" id="{05FD581A-C4C2-4FC2-BB96-F96F5D58CC0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178596" y="158751"/>
            <a:ext cx="1773767" cy="683683"/>
            <a:chOff x="79" y="75"/>
            <a:chExt cx="838" cy="323"/>
          </a:xfrm>
          <a:solidFill>
            <a:schemeClr val="accent1"/>
          </a:solidFill>
        </p:grpSpPr>
        <p:sp>
          <p:nvSpPr>
            <p:cNvPr id="18" name="AutoShape 3">
              <a:extLst>
                <a:ext uri="{FF2B5EF4-FFF2-40B4-BE49-F238E27FC236}">
                  <a16:creationId xmlns:a16="http://schemas.microsoft.com/office/drawing/2014/main" id="{37210F69-430F-440B-A140-87F4AB11235D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9" y="75"/>
              <a:ext cx="838" cy="3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0525E2D6-2AD0-42BA-8689-829D2EEF28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9" y="155"/>
              <a:ext cx="163" cy="164"/>
            </a:xfrm>
            <a:custGeom>
              <a:avLst/>
              <a:gdLst>
                <a:gd name="T0" fmla="*/ 920 w 1841"/>
                <a:gd name="T1" fmla="*/ 0 h 1842"/>
                <a:gd name="T2" fmla="*/ 920 w 1841"/>
                <a:gd name="T3" fmla="*/ 0 h 1842"/>
                <a:gd name="T4" fmla="*/ 0 w 1841"/>
                <a:gd name="T5" fmla="*/ 921 h 1842"/>
                <a:gd name="T6" fmla="*/ 0 w 1841"/>
                <a:gd name="T7" fmla="*/ 921 h 1842"/>
                <a:gd name="T8" fmla="*/ 188 w 1841"/>
                <a:gd name="T9" fmla="*/ 1479 h 1842"/>
                <a:gd name="T10" fmla="*/ 954 w 1841"/>
                <a:gd name="T11" fmla="*/ 473 h 1842"/>
                <a:gd name="T12" fmla="*/ 871 w 1841"/>
                <a:gd name="T13" fmla="*/ 474 h 1842"/>
                <a:gd name="T14" fmla="*/ 790 w 1841"/>
                <a:gd name="T15" fmla="*/ 473 h 1842"/>
                <a:gd name="T16" fmla="*/ 561 w 1841"/>
                <a:gd name="T17" fmla="*/ 491 h 1842"/>
                <a:gd name="T18" fmla="*/ 467 w 1841"/>
                <a:gd name="T19" fmla="*/ 530 h 1842"/>
                <a:gd name="T20" fmla="*/ 374 w 1841"/>
                <a:gd name="T21" fmla="*/ 641 h 1842"/>
                <a:gd name="T22" fmla="*/ 361 w 1841"/>
                <a:gd name="T23" fmla="*/ 665 h 1842"/>
                <a:gd name="T24" fmla="*/ 316 w 1841"/>
                <a:gd name="T25" fmla="*/ 655 h 1842"/>
                <a:gd name="T26" fmla="*/ 392 w 1841"/>
                <a:gd name="T27" fmla="*/ 366 h 1842"/>
                <a:gd name="T28" fmla="*/ 1350 w 1841"/>
                <a:gd name="T29" fmla="*/ 366 h 1842"/>
                <a:gd name="T30" fmla="*/ 588 w 1841"/>
                <a:gd name="T31" fmla="*/ 1385 h 1842"/>
                <a:gd name="T32" fmla="*/ 698 w 1841"/>
                <a:gd name="T33" fmla="*/ 1379 h 1842"/>
                <a:gd name="T34" fmla="*/ 839 w 1841"/>
                <a:gd name="T35" fmla="*/ 1385 h 1842"/>
                <a:gd name="T36" fmla="*/ 974 w 1841"/>
                <a:gd name="T37" fmla="*/ 1393 h 1842"/>
                <a:gd name="T38" fmla="*/ 1095 w 1841"/>
                <a:gd name="T39" fmla="*/ 1397 h 1842"/>
                <a:gd name="T40" fmla="*/ 1255 w 1841"/>
                <a:gd name="T41" fmla="*/ 1378 h 1842"/>
                <a:gd name="T42" fmla="*/ 1354 w 1841"/>
                <a:gd name="T43" fmla="*/ 1331 h 1842"/>
                <a:gd name="T44" fmla="*/ 1491 w 1841"/>
                <a:gd name="T45" fmla="*/ 1175 h 1842"/>
                <a:gd name="T46" fmla="*/ 1504 w 1841"/>
                <a:gd name="T47" fmla="*/ 1147 h 1842"/>
                <a:gd name="T48" fmla="*/ 1545 w 1841"/>
                <a:gd name="T49" fmla="*/ 1158 h 1842"/>
                <a:gd name="T50" fmla="*/ 1505 w 1841"/>
                <a:gd name="T51" fmla="*/ 1273 h 1842"/>
                <a:gd name="T52" fmla="*/ 1354 w 1841"/>
                <a:gd name="T53" fmla="*/ 1472 h 1842"/>
                <a:gd name="T54" fmla="*/ 1131 w 1841"/>
                <a:gd name="T55" fmla="*/ 1546 h 1842"/>
                <a:gd name="T56" fmla="*/ 1118 w 1841"/>
                <a:gd name="T57" fmla="*/ 1546 h 1842"/>
                <a:gd name="T58" fmla="*/ 854 w 1841"/>
                <a:gd name="T59" fmla="*/ 1518 h 1842"/>
                <a:gd name="T60" fmla="*/ 544 w 1841"/>
                <a:gd name="T61" fmla="*/ 1486 h 1842"/>
                <a:gd name="T62" fmla="*/ 394 w 1841"/>
                <a:gd name="T63" fmla="*/ 1498 h 1842"/>
                <a:gd name="T64" fmla="*/ 242 w 1841"/>
                <a:gd name="T65" fmla="*/ 1543 h 1842"/>
                <a:gd name="T66" fmla="*/ 920 w 1841"/>
                <a:gd name="T67" fmla="*/ 1842 h 1842"/>
                <a:gd name="T68" fmla="*/ 1841 w 1841"/>
                <a:gd name="T69" fmla="*/ 921 h 1842"/>
                <a:gd name="T70" fmla="*/ 920 w 1841"/>
                <a:gd name="T71" fmla="*/ 0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41" h="1842">
                  <a:moveTo>
                    <a:pt x="920" y="0"/>
                  </a:moveTo>
                  <a:lnTo>
                    <a:pt x="920" y="0"/>
                  </a:lnTo>
                  <a:cubicBezTo>
                    <a:pt x="412" y="0"/>
                    <a:pt x="0" y="412"/>
                    <a:pt x="0" y="921"/>
                  </a:cubicBezTo>
                  <a:lnTo>
                    <a:pt x="0" y="921"/>
                  </a:lnTo>
                  <a:cubicBezTo>
                    <a:pt x="0" y="1131"/>
                    <a:pt x="70" y="1325"/>
                    <a:pt x="188" y="1479"/>
                  </a:cubicBezTo>
                  <a:lnTo>
                    <a:pt x="954" y="473"/>
                  </a:lnTo>
                  <a:lnTo>
                    <a:pt x="871" y="474"/>
                  </a:lnTo>
                  <a:lnTo>
                    <a:pt x="790" y="473"/>
                  </a:lnTo>
                  <a:cubicBezTo>
                    <a:pt x="702" y="473"/>
                    <a:pt x="620" y="480"/>
                    <a:pt x="561" y="491"/>
                  </a:cubicBezTo>
                  <a:cubicBezTo>
                    <a:pt x="525" y="498"/>
                    <a:pt x="493" y="511"/>
                    <a:pt x="467" y="530"/>
                  </a:cubicBezTo>
                  <a:cubicBezTo>
                    <a:pt x="437" y="551"/>
                    <a:pt x="399" y="596"/>
                    <a:pt x="374" y="641"/>
                  </a:cubicBezTo>
                  <a:cubicBezTo>
                    <a:pt x="371" y="646"/>
                    <a:pt x="367" y="654"/>
                    <a:pt x="361" y="665"/>
                  </a:cubicBezTo>
                  <a:lnTo>
                    <a:pt x="316" y="655"/>
                  </a:lnTo>
                  <a:lnTo>
                    <a:pt x="392" y="366"/>
                  </a:lnTo>
                  <a:lnTo>
                    <a:pt x="1350" y="366"/>
                  </a:lnTo>
                  <a:lnTo>
                    <a:pt x="588" y="1385"/>
                  </a:lnTo>
                  <a:cubicBezTo>
                    <a:pt x="638" y="1380"/>
                    <a:pt x="658" y="1379"/>
                    <a:pt x="698" y="1379"/>
                  </a:cubicBezTo>
                  <a:cubicBezTo>
                    <a:pt x="729" y="1379"/>
                    <a:pt x="776" y="1381"/>
                    <a:pt x="839" y="1385"/>
                  </a:cubicBezTo>
                  <a:lnTo>
                    <a:pt x="974" y="1393"/>
                  </a:lnTo>
                  <a:cubicBezTo>
                    <a:pt x="1023" y="1396"/>
                    <a:pt x="1064" y="1397"/>
                    <a:pt x="1095" y="1397"/>
                  </a:cubicBezTo>
                  <a:cubicBezTo>
                    <a:pt x="1165" y="1397"/>
                    <a:pt x="1210" y="1392"/>
                    <a:pt x="1255" y="1378"/>
                  </a:cubicBezTo>
                  <a:cubicBezTo>
                    <a:pt x="1290" y="1367"/>
                    <a:pt x="1324" y="1351"/>
                    <a:pt x="1354" y="1331"/>
                  </a:cubicBezTo>
                  <a:cubicBezTo>
                    <a:pt x="1408" y="1293"/>
                    <a:pt x="1460" y="1234"/>
                    <a:pt x="1491" y="1175"/>
                  </a:cubicBezTo>
                  <a:cubicBezTo>
                    <a:pt x="1494" y="1169"/>
                    <a:pt x="1499" y="1160"/>
                    <a:pt x="1504" y="1147"/>
                  </a:cubicBezTo>
                  <a:lnTo>
                    <a:pt x="1545" y="1158"/>
                  </a:lnTo>
                  <a:cubicBezTo>
                    <a:pt x="1532" y="1208"/>
                    <a:pt x="1525" y="1228"/>
                    <a:pt x="1505" y="1273"/>
                  </a:cubicBezTo>
                  <a:cubicBezTo>
                    <a:pt x="1464" y="1364"/>
                    <a:pt x="1417" y="1425"/>
                    <a:pt x="1354" y="1472"/>
                  </a:cubicBezTo>
                  <a:cubicBezTo>
                    <a:pt x="1289" y="1521"/>
                    <a:pt x="1216" y="1544"/>
                    <a:pt x="1131" y="1546"/>
                  </a:cubicBezTo>
                  <a:lnTo>
                    <a:pt x="1118" y="1546"/>
                  </a:lnTo>
                  <a:cubicBezTo>
                    <a:pt x="1055" y="1546"/>
                    <a:pt x="1006" y="1541"/>
                    <a:pt x="854" y="1518"/>
                  </a:cubicBezTo>
                  <a:cubicBezTo>
                    <a:pt x="700" y="1494"/>
                    <a:pt x="621" y="1486"/>
                    <a:pt x="544" y="1486"/>
                  </a:cubicBezTo>
                  <a:cubicBezTo>
                    <a:pt x="492" y="1486"/>
                    <a:pt x="444" y="1490"/>
                    <a:pt x="394" y="1498"/>
                  </a:cubicBezTo>
                  <a:cubicBezTo>
                    <a:pt x="328" y="1508"/>
                    <a:pt x="302" y="1516"/>
                    <a:pt x="242" y="1543"/>
                  </a:cubicBezTo>
                  <a:cubicBezTo>
                    <a:pt x="410" y="1727"/>
                    <a:pt x="652" y="1842"/>
                    <a:pt x="920" y="1842"/>
                  </a:cubicBezTo>
                  <a:cubicBezTo>
                    <a:pt x="1429" y="1842"/>
                    <a:pt x="1841" y="1430"/>
                    <a:pt x="1841" y="921"/>
                  </a:cubicBezTo>
                  <a:cubicBezTo>
                    <a:pt x="1841" y="412"/>
                    <a:pt x="1429" y="0"/>
                    <a:pt x="9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66639B02-12FD-4D91-A48C-62500E5E310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2" y="197"/>
              <a:ext cx="25" cy="80"/>
            </a:xfrm>
            <a:custGeom>
              <a:avLst/>
              <a:gdLst>
                <a:gd name="T0" fmla="*/ 232 w 288"/>
                <a:gd name="T1" fmla="*/ 166 h 897"/>
                <a:gd name="T2" fmla="*/ 232 w 288"/>
                <a:gd name="T3" fmla="*/ 166 h 897"/>
                <a:gd name="T4" fmla="*/ 241 w 288"/>
                <a:gd name="T5" fmla="*/ 65 h 897"/>
                <a:gd name="T6" fmla="*/ 254 w 288"/>
                <a:gd name="T7" fmla="*/ 37 h 897"/>
                <a:gd name="T8" fmla="*/ 288 w 288"/>
                <a:gd name="T9" fmla="*/ 0 h 897"/>
                <a:gd name="T10" fmla="*/ 0 w 288"/>
                <a:gd name="T11" fmla="*/ 0 h 897"/>
                <a:gd name="T12" fmla="*/ 33 w 288"/>
                <a:gd name="T13" fmla="*/ 35 h 897"/>
                <a:gd name="T14" fmla="*/ 47 w 288"/>
                <a:gd name="T15" fmla="*/ 64 h 897"/>
                <a:gd name="T16" fmla="*/ 56 w 288"/>
                <a:gd name="T17" fmla="*/ 161 h 897"/>
                <a:gd name="T18" fmla="*/ 56 w 288"/>
                <a:gd name="T19" fmla="*/ 215 h 897"/>
                <a:gd name="T20" fmla="*/ 56 w 288"/>
                <a:gd name="T21" fmla="*/ 752 h 897"/>
                <a:gd name="T22" fmla="*/ 42 w 288"/>
                <a:gd name="T23" fmla="*/ 839 h 897"/>
                <a:gd name="T24" fmla="*/ 28 w 288"/>
                <a:gd name="T25" fmla="*/ 865 h 897"/>
                <a:gd name="T26" fmla="*/ 1 w 288"/>
                <a:gd name="T27" fmla="*/ 897 h 897"/>
                <a:gd name="T28" fmla="*/ 285 w 288"/>
                <a:gd name="T29" fmla="*/ 897 h 897"/>
                <a:gd name="T30" fmla="*/ 258 w 288"/>
                <a:gd name="T31" fmla="*/ 865 h 897"/>
                <a:gd name="T32" fmla="*/ 243 w 288"/>
                <a:gd name="T33" fmla="*/ 838 h 897"/>
                <a:gd name="T34" fmla="*/ 231 w 288"/>
                <a:gd name="T35" fmla="*/ 759 h 897"/>
                <a:gd name="T36" fmla="*/ 231 w 288"/>
                <a:gd name="T37" fmla="*/ 218 h 897"/>
                <a:gd name="T38" fmla="*/ 232 w 288"/>
                <a:gd name="T39" fmla="*/ 166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88" h="897">
                  <a:moveTo>
                    <a:pt x="232" y="166"/>
                  </a:moveTo>
                  <a:lnTo>
                    <a:pt x="232" y="166"/>
                  </a:lnTo>
                  <a:cubicBezTo>
                    <a:pt x="232" y="106"/>
                    <a:pt x="233" y="89"/>
                    <a:pt x="241" y="65"/>
                  </a:cubicBezTo>
                  <a:cubicBezTo>
                    <a:pt x="244" y="55"/>
                    <a:pt x="248" y="46"/>
                    <a:pt x="254" y="37"/>
                  </a:cubicBezTo>
                  <a:cubicBezTo>
                    <a:pt x="263" y="22"/>
                    <a:pt x="270" y="14"/>
                    <a:pt x="288" y="0"/>
                  </a:cubicBezTo>
                  <a:lnTo>
                    <a:pt x="0" y="0"/>
                  </a:lnTo>
                  <a:cubicBezTo>
                    <a:pt x="18" y="16"/>
                    <a:pt x="24" y="22"/>
                    <a:pt x="33" y="35"/>
                  </a:cubicBezTo>
                  <a:cubicBezTo>
                    <a:pt x="39" y="44"/>
                    <a:pt x="44" y="54"/>
                    <a:pt x="47" y="64"/>
                  </a:cubicBezTo>
                  <a:cubicBezTo>
                    <a:pt x="53" y="86"/>
                    <a:pt x="56" y="108"/>
                    <a:pt x="56" y="161"/>
                  </a:cubicBezTo>
                  <a:cubicBezTo>
                    <a:pt x="56" y="188"/>
                    <a:pt x="56" y="206"/>
                    <a:pt x="56" y="215"/>
                  </a:cubicBezTo>
                  <a:lnTo>
                    <a:pt x="56" y="752"/>
                  </a:lnTo>
                  <a:cubicBezTo>
                    <a:pt x="56" y="784"/>
                    <a:pt x="51" y="817"/>
                    <a:pt x="42" y="839"/>
                  </a:cubicBezTo>
                  <a:cubicBezTo>
                    <a:pt x="39" y="848"/>
                    <a:pt x="34" y="857"/>
                    <a:pt x="28" y="865"/>
                  </a:cubicBezTo>
                  <a:cubicBezTo>
                    <a:pt x="21" y="875"/>
                    <a:pt x="16" y="880"/>
                    <a:pt x="1" y="897"/>
                  </a:cubicBezTo>
                  <a:lnTo>
                    <a:pt x="285" y="897"/>
                  </a:lnTo>
                  <a:cubicBezTo>
                    <a:pt x="271" y="885"/>
                    <a:pt x="266" y="879"/>
                    <a:pt x="258" y="865"/>
                  </a:cubicBezTo>
                  <a:cubicBezTo>
                    <a:pt x="252" y="856"/>
                    <a:pt x="247" y="847"/>
                    <a:pt x="243" y="838"/>
                  </a:cubicBezTo>
                  <a:cubicBezTo>
                    <a:pt x="236" y="817"/>
                    <a:pt x="231" y="787"/>
                    <a:pt x="231" y="759"/>
                  </a:cubicBezTo>
                  <a:lnTo>
                    <a:pt x="231" y="218"/>
                  </a:lnTo>
                  <a:lnTo>
                    <a:pt x="232" y="1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4974666D-0662-49E1-AD05-0F75E9CDE5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" y="197"/>
              <a:ext cx="77" cy="80"/>
            </a:xfrm>
            <a:custGeom>
              <a:avLst/>
              <a:gdLst>
                <a:gd name="T0" fmla="*/ 810 w 869"/>
                <a:gd name="T1" fmla="*/ 165 h 897"/>
                <a:gd name="T2" fmla="*/ 810 w 869"/>
                <a:gd name="T3" fmla="*/ 165 h 897"/>
                <a:gd name="T4" fmla="*/ 819 w 869"/>
                <a:gd name="T5" fmla="*/ 70 h 897"/>
                <a:gd name="T6" fmla="*/ 834 w 869"/>
                <a:gd name="T7" fmla="*/ 37 h 897"/>
                <a:gd name="T8" fmla="*/ 869 w 869"/>
                <a:gd name="T9" fmla="*/ 0 h 897"/>
                <a:gd name="T10" fmla="*/ 576 w 869"/>
                <a:gd name="T11" fmla="*/ 0 h 897"/>
                <a:gd name="T12" fmla="*/ 609 w 869"/>
                <a:gd name="T13" fmla="*/ 36 h 897"/>
                <a:gd name="T14" fmla="*/ 624 w 869"/>
                <a:gd name="T15" fmla="*/ 67 h 897"/>
                <a:gd name="T16" fmla="*/ 634 w 869"/>
                <a:gd name="T17" fmla="*/ 162 h 897"/>
                <a:gd name="T18" fmla="*/ 634 w 869"/>
                <a:gd name="T19" fmla="*/ 379 h 897"/>
                <a:gd name="T20" fmla="*/ 232 w 869"/>
                <a:gd name="T21" fmla="*/ 379 h 897"/>
                <a:gd name="T22" fmla="*/ 232 w 869"/>
                <a:gd name="T23" fmla="*/ 216 h 897"/>
                <a:gd name="T24" fmla="*/ 234 w 869"/>
                <a:gd name="T25" fmla="*/ 109 h 897"/>
                <a:gd name="T26" fmla="*/ 241 w 869"/>
                <a:gd name="T27" fmla="*/ 70 h 897"/>
                <a:gd name="T28" fmla="*/ 278 w 869"/>
                <a:gd name="T29" fmla="*/ 9 h 897"/>
                <a:gd name="T30" fmla="*/ 288 w 869"/>
                <a:gd name="T31" fmla="*/ 0 h 897"/>
                <a:gd name="T32" fmla="*/ 1 w 869"/>
                <a:gd name="T33" fmla="*/ 0 h 897"/>
                <a:gd name="T34" fmla="*/ 30 w 869"/>
                <a:gd name="T35" fmla="*/ 34 h 897"/>
                <a:gd name="T36" fmla="*/ 46 w 869"/>
                <a:gd name="T37" fmla="*/ 64 h 897"/>
                <a:gd name="T38" fmla="*/ 56 w 869"/>
                <a:gd name="T39" fmla="*/ 159 h 897"/>
                <a:gd name="T40" fmla="*/ 57 w 869"/>
                <a:gd name="T41" fmla="*/ 216 h 897"/>
                <a:gd name="T42" fmla="*/ 57 w 869"/>
                <a:gd name="T43" fmla="*/ 707 h 897"/>
                <a:gd name="T44" fmla="*/ 53 w 869"/>
                <a:gd name="T45" fmla="*/ 802 h 897"/>
                <a:gd name="T46" fmla="*/ 44 w 869"/>
                <a:gd name="T47" fmla="*/ 838 h 897"/>
                <a:gd name="T48" fmla="*/ 9 w 869"/>
                <a:gd name="T49" fmla="*/ 888 h 897"/>
                <a:gd name="T50" fmla="*/ 0 w 869"/>
                <a:gd name="T51" fmla="*/ 897 h 897"/>
                <a:gd name="T52" fmla="*/ 284 w 869"/>
                <a:gd name="T53" fmla="*/ 897 h 897"/>
                <a:gd name="T54" fmla="*/ 260 w 869"/>
                <a:gd name="T55" fmla="*/ 867 h 897"/>
                <a:gd name="T56" fmla="*/ 245 w 869"/>
                <a:gd name="T57" fmla="*/ 839 h 897"/>
                <a:gd name="T58" fmla="*/ 232 w 869"/>
                <a:gd name="T59" fmla="*/ 761 h 897"/>
                <a:gd name="T60" fmla="*/ 232 w 869"/>
                <a:gd name="T61" fmla="*/ 707 h 897"/>
                <a:gd name="T62" fmla="*/ 232 w 869"/>
                <a:gd name="T63" fmla="*/ 490 h 897"/>
                <a:gd name="T64" fmla="*/ 634 w 869"/>
                <a:gd name="T65" fmla="*/ 490 h 897"/>
                <a:gd name="T66" fmla="*/ 634 w 869"/>
                <a:gd name="T67" fmla="*/ 709 h 897"/>
                <a:gd name="T68" fmla="*/ 630 w 869"/>
                <a:gd name="T69" fmla="*/ 800 h 897"/>
                <a:gd name="T70" fmla="*/ 620 w 869"/>
                <a:gd name="T71" fmla="*/ 838 h 897"/>
                <a:gd name="T72" fmla="*/ 588 w 869"/>
                <a:gd name="T73" fmla="*/ 885 h 897"/>
                <a:gd name="T74" fmla="*/ 575 w 869"/>
                <a:gd name="T75" fmla="*/ 897 h 897"/>
                <a:gd name="T76" fmla="*/ 862 w 869"/>
                <a:gd name="T77" fmla="*/ 897 h 897"/>
                <a:gd name="T78" fmla="*/ 838 w 869"/>
                <a:gd name="T79" fmla="*/ 869 h 897"/>
                <a:gd name="T80" fmla="*/ 821 w 869"/>
                <a:gd name="T81" fmla="*/ 839 h 897"/>
                <a:gd name="T82" fmla="*/ 810 w 869"/>
                <a:gd name="T83" fmla="*/ 758 h 897"/>
                <a:gd name="T84" fmla="*/ 809 w 869"/>
                <a:gd name="T85" fmla="*/ 712 h 897"/>
                <a:gd name="T86" fmla="*/ 810 w 869"/>
                <a:gd name="T87" fmla="*/ 218 h 897"/>
                <a:gd name="T88" fmla="*/ 810 w 869"/>
                <a:gd name="T89" fmla="*/ 16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69" h="897">
                  <a:moveTo>
                    <a:pt x="810" y="165"/>
                  </a:moveTo>
                  <a:lnTo>
                    <a:pt x="810" y="165"/>
                  </a:lnTo>
                  <a:cubicBezTo>
                    <a:pt x="810" y="125"/>
                    <a:pt x="813" y="95"/>
                    <a:pt x="819" y="70"/>
                  </a:cubicBezTo>
                  <a:cubicBezTo>
                    <a:pt x="823" y="59"/>
                    <a:pt x="828" y="48"/>
                    <a:pt x="834" y="37"/>
                  </a:cubicBezTo>
                  <a:cubicBezTo>
                    <a:pt x="843" y="22"/>
                    <a:pt x="850" y="14"/>
                    <a:pt x="869" y="0"/>
                  </a:cubicBezTo>
                  <a:lnTo>
                    <a:pt x="576" y="0"/>
                  </a:lnTo>
                  <a:cubicBezTo>
                    <a:pt x="593" y="14"/>
                    <a:pt x="599" y="20"/>
                    <a:pt x="609" y="36"/>
                  </a:cubicBezTo>
                  <a:cubicBezTo>
                    <a:pt x="616" y="46"/>
                    <a:pt x="621" y="57"/>
                    <a:pt x="624" y="67"/>
                  </a:cubicBezTo>
                  <a:cubicBezTo>
                    <a:pt x="631" y="88"/>
                    <a:pt x="634" y="115"/>
                    <a:pt x="634" y="162"/>
                  </a:cubicBezTo>
                  <a:lnTo>
                    <a:pt x="634" y="379"/>
                  </a:lnTo>
                  <a:lnTo>
                    <a:pt x="232" y="379"/>
                  </a:lnTo>
                  <a:lnTo>
                    <a:pt x="232" y="216"/>
                  </a:lnTo>
                  <a:cubicBezTo>
                    <a:pt x="232" y="166"/>
                    <a:pt x="232" y="134"/>
                    <a:pt x="234" y="109"/>
                  </a:cubicBezTo>
                  <a:cubicBezTo>
                    <a:pt x="235" y="95"/>
                    <a:pt x="238" y="82"/>
                    <a:pt x="241" y="70"/>
                  </a:cubicBezTo>
                  <a:cubicBezTo>
                    <a:pt x="247" y="51"/>
                    <a:pt x="264" y="24"/>
                    <a:pt x="278" y="9"/>
                  </a:cubicBezTo>
                  <a:cubicBezTo>
                    <a:pt x="280" y="7"/>
                    <a:pt x="284" y="4"/>
                    <a:pt x="288" y="0"/>
                  </a:cubicBezTo>
                  <a:lnTo>
                    <a:pt x="1" y="0"/>
                  </a:lnTo>
                  <a:cubicBezTo>
                    <a:pt x="18" y="17"/>
                    <a:pt x="23" y="23"/>
                    <a:pt x="30" y="34"/>
                  </a:cubicBezTo>
                  <a:cubicBezTo>
                    <a:pt x="37" y="43"/>
                    <a:pt x="42" y="53"/>
                    <a:pt x="46" y="64"/>
                  </a:cubicBezTo>
                  <a:cubicBezTo>
                    <a:pt x="53" y="87"/>
                    <a:pt x="55" y="100"/>
                    <a:pt x="56" y="159"/>
                  </a:cubicBezTo>
                  <a:lnTo>
                    <a:pt x="57" y="216"/>
                  </a:lnTo>
                  <a:lnTo>
                    <a:pt x="57" y="707"/>
                  </a:lnTo>
                  <a:cubicBezTo>
                    <a:pt x="57" y="757"/>
                    <a:pt x="56" y="779"/>
                    <a:pt x="53" y="802"/>
                  </a:cubicBezTo>
                  <a:cubicBezTo>
                    <a:pt x="51" y="814"/>
                    <a:pt x="48" y="825"/>
                    <a:pt x="44" y="838"/>
                  </a:cubicBezTo>
                  <a:cubicBezTo>
                    <a:pt x="37" y="857"/>
                    <a:pt x="26" y="872"/>
                    <a:pt x="9" y="888"/>
                  </a:cubicBezTo>
                  <a:cubicBezTo>
                    <a:pt x="7" y="890"/>
                    <a:pt x="4" y="893"/>
                    <a:pt x="0" y="897"/>
                  </a:cubicBezTo>
                  <a:lnTo>
                    <a:pt x="284" y="897"/>
                  </a:lnTo>
                  <a:cubicBezTo>
                    <a:pt x="271" y="884"/>
                    <a:pt x="267" y="878"/>
                    <a:pt x="260" y="867"/>
                  </a:cubicBezTo>
                  <a:cubicBezTo>
                    <a:pt x="254" y="859"/>
                    <a:pt x="249" y="849"/>
                    <a:pt x="245" y="839"/>
                  </a:cubicBezTo>
                  <a:cubicBezTo>
                    <a:pt x="236" y="815"/>
                    <a:pt x="233" y="799"/>
                    <a:pt x="232" y="761"/>
                  </a:cubicBezTo>
                  <a:cubicBezTo>
                    <a:pt x="232" y="741"/>
                    <a:pt x="232" y="724"/>
                    <a:pt x="232" y="707"/>
                  </a:cubicBezTo>
                  <a:lnTo>
                    <a:pt x="232" y="490"/>
                  </a:lnTo>
                  <a:lnTo>
                    <a:pt x="634" y="490"/>
                  </a:lnTo>
                  <a:lnTo>
                    <a:pt x="634" y="709"/>
                  </a:lnTo>
                  <a:cubicBezTo>
                    <a:pt x="634" y="757"/>
                    <a:pt x="633" y="775"/>
                    <a:pt x="630" y="800"/>
                  </a:cubicBezTo>
                  <a:cubicBezTo>
                    <a:pt x="628" y="813"/>
                    <a:pt x="625" y="826"/>
                    <a:pt x="620" y="838"/>
                  </a:cubicBezTo>
                  <a:cubicBezTo>
                    <a:pt x="613" y="855"/>
                    <a:pt x="603" y="871"/>
                    <a:pt x="588" y="885"/>
                  </a:cubicBezTo>
                  <a:cubicBezTo>
                    <a:pt x="585" y="888"/>
                    <a:pt x="581" y="892"/>
                    <a:pt x="575" y="897"/>
                  </a:cubicBezTo>
                  <a:lnTo>
                    <a:pt x="862" y="897"/>
                  </a:lnTo>
                  <a:cubicBezTo>
                    <a:pt x="850" y="885"/>
                    <a:pt x="846" y="880"/>
                    <a:pt x="838" y="869"/>
                  </a:cubicBezTo>
                  <a:cubicBezTo>
                    <a:pt x="831" y="859"/>
                    <a:pt x="825" y="849"/>
                    <a:pt x="821" y="839"/>
                  </a:cubicBezTo>
                  <a:cubicBezTo>
                    <a:pt x="813" y="818"/>
                    <a:pt x="811" y="803"/>
                    <a:pt x="810" y="758"/>
                  </a:cubicBezTo>
                  <a:cubicBezTo>
                    <a:pt x="809" y="732"/>
                    <a:pt x="809" y="717"/>
                    <a:pt x="809" y="712"/>
                  </a:cubicBezTo>
                  <a:lnTo>
                    <a:pt x="810" y="218"/>
                  </a:lnTo>
                  <a:lnTo>
                    <a:pt x="810" y="16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AACF3C74-3E37-49FF-8A5C-499C94775A2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2" y="197"/>
              <a:ext cx="73" cy="80"/>
            </a:xfrm>
            <a:custGeom>
              <a:avLst/>
              <a:gdLst>
                <a:gd name="T0" fmla="*/ 408 w 822"/>
                <a:gd name="T1" fmla="*/ 395 h 897"/>
                <a:gd name="T2" fmla="*/ 408 w 822"/>
                <a:gd name="T3" fmla="*/ 395 h 897"/>
                <a:gd name="T4" fmla="*/ 295 w 822"/>
                <a:gd name="T5" fmla="*/ 431 h 897"/>
                <a:gd name="T6" fmla="*/ 248 w 822"/>
                <a:gd name="T7" fmla="*/ 435 h 897"/>
                <a:gd name="T8" fmla="*/ 233 w 822"/>
                <a:gd name="T9" fmla="*/ 435 h 897"/>
                <a:gd name="T10" fmla="*/ 233 w 822"/>
                <a:gd name="T11" fmla="*/ 103 h 897"/>
                <a:gd name="T12" fmla="*/ 257 w 822"/>
                <a:gd name="T13" fmla="*/ 102 h 897"/>
                <a:gd name="T14" fmla="*/ 378 w 822"/>
                <a:gd name="T15" fmla="*/ 117 h 897"/>
                <a:gd name="T16" fmla="*/ 439 w 822"/>
                <a:gd name="T17" fmla="*/ 149 h 897"/>
                <a:gd name="T18" fmla="*/ 485 w 822"/>
                <a:gd name="T19" fmla="*/ 260 h 897"/>
                <a:gd name="T20" fmla="*/ 450 w 822"/>
                <a:gd name="T21" fmla="*/ 361 h 897"/>
                <a:gd name="T22" fmla="*/ 408 w 822"/>
                <a:gd name="T23" fmla="*/ 395 h 897"/>
                <a:gd name="T24" fmla="*/ 408 w 822"/>
                <a:gd name="T25" fmla="*/ 395 h 897"/>
                <a:gd name="T26" fmla="*/ 750 w 822"/>
                <a:gd name="T27" fmla="*/ 835 h 897"/>
                <a:gd name="T28" fmla="*/ 750 w 822"/>
                <a:gd name="T29" fmla="*/ 835 h 897"/>
                <a:gd name="T30" fmla="*/ 649 w 822"/>
                <a:gd name="T31" fmla="*/ 730 h 897"/>
                <a:gd name="T32" fmla="*/ 583 w 822"/>
                <a:gd name="T33" fmla="*/ 657 h 897"/>
                <a:gd name="T34" fmla="*/ 444 w 822"/>
                <a:gd name="T35" fmla="*/ 493 h 897"/>
                <a:gd name="T36" fmla="*/ 484 w 822"/>
                <a:gd name="T37" fmla="*/ 480 h 897"/>
                <a:gd name="T38" fmla="*/ 594 w 822"/>
                <a:gd name="T39" fmla="*/ 416 h 897"/>
                <a:gd name="T40" fmla="*/ 665 w 822"/>
                <a:gd name="T41" fmla="*/ 313 h 897"/>
                <a:gd name="T42" fmla="*/ 676 w 822"/>
                <a:gd name="T43" fmla="*/ 244 h 897"/>
                <a:gd name="T44" fmla="*/ 615 w 822"/>
                <a:gd name="T45" fmla="*/ 97 h 897"/>
                <a:gd name="T46" fmla="*/ 470 w 822"/>
                <a:gd name="T47" fmla="*/ 16 h 897"/>
                <a:gd name="T48" fmla="*/ 316 w 822"/>
                <a:gd name="T49" fmla="*/ 1 h 897"/>
                <a:gd name="T50" fmla="*/ 233 w 822"/>
                <a:gd name="T51" fmla="*/ 0 h 897"/>
                <a:gd name="T52" fmla="*/ 2 w 822"/>
                <a:gd name="T53" fmla="*/ 0 h 897"/>
                <a:gd name="T54" fmla="*/ 32 w 822"/>
                <a:gd name="T55" fmla="*/ 33 h 897"/>
                <a:gd name="T56" fmla="*/ 47 w 822"/>
                <a:gd name="T57" fmla="*/ 66 h 897"/>
                <a:gd name="T58" fmla="*/ 56 w 822"/>
                <a:gd name="T59" fmla="*/ 162 h 897"/>
                <a:gd name="T60" fmla="*/ 56 w 822"/>
                <a:gd name="T61" fmla="*/ 750 h 897"/>
                <a:gd name="T62" fmla="*/ 46 w 822"/>
                <a:gd name="T63" fmla="*/ 837 h 897"/>
                <a:gd name="T64" fmla="*/ 31 w 822"/>
                <a:gd name="T65" fmla="*/ 865 h 897"/>
                <a:gd name="T66" fmla="*/ 0 w 822"/>
                <a:gd name="T67" fmla="*/ 897 h 897"/>
                <a:gd name="T68" fmla="*/ 285 w 822"/>
                <a:gd name="T69" fmla="*/ 897 h 897"/>
                <a:gd name="T70" fmla="*/ 261 w 822"/>
                <a:gd name="T71" fmla="*/ 867 h 897"/>
                <a:gd name="T72" fmla="*/ 245 w 822"/>
                <a:gd name="T73" fmla="*/ 840 h 897"/>
                <a:gd name="T74" fmla="*/ 234 w 822"/>
                <a:gd name="T75" fmla="*/ 757 h 897"/>
                <a:gd name="T76" fmla="*/ 233 w 822"/>
                <a:gd name="T77" fmla="*/ 712 h 897"/>
                <a:gd name="T78" fmla="*/ 233 w 822"/>
                <a:gd name="T79" fmla="*/ 510 h 897"/>
                <a:gd name="T80" fmla="*/ 400 w 822"/>
                <a:gd name="T81" fmla="*/ 710 h 897"/>
                <a:gd name="T82" fmla="*/ 437 w 822"/>
                <a:gd name="T83" fmla="*/ 753 h 897"/>
                <a:gd name="T84" fmla="*/ 481 w 822"/>
                <a:gd name="T85" fmla="*/ 801 h 897"/>
                <a:gd name="T86" fmla="*/ 573 w 822"/>
                <a:gd name="T87" fmla="*/ 875 h 897"/>
                <a:gd name="T88" fmla="*/ 662 w 822"/>
                <a:gd name="T89" fmla="*/ 896 h 897"/>
                <a:gd name="T90" fmla="*/ 709 w 822"/>
                <a:gd name="T91" fmla="*/ 897 h 897"/>
                <a:gd name="T92" fmla="*/ 822 w 822"/>
                <a:gd name="T93" fmla="*/ 897 h 897"/>
                <a:gd name="T94" fmla="*/ 789 w 822"/>
                <a:gd name="T95" fmla="*/ 870 h 897"/>
                <a:gd name="T96" fmla="*/ 750 w 822"/>
                <a:gd name="T97" fmla="*/ 83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2" h="897">
                  <a:moveTo>
                    <a:pt x="408" y="395"/>
                  </a:moveTo>
                  <a:lnTo>
                    <a:pt x="408" y="395"/>
                  </a:lnTo>
                  <a:cubicBezTo>
                    <a:pt x="376" y="413"/>
                    <a:pt x="343" y="424"/>
                    <a:pt x="295" y="431"/>
                  </a:cubicBezTo>
                  <a:cubicBezTo>
                    <a:pt x="277" y="434"/>
                    <a:pt x="261" y="435"/>
                    <a:pt x="248" y="435"/>
                  </a:cubicBezTo>
                  <a:cubicBezTo>
                    <a:pt x="243" y="435"/>
                    <a:pt x="240" y="435"/>
                    <a:pt x="233" y="435"/>
                  </a:cubicBezTo>
                  <a:lnTo>
                    <a:pt x="233" y="103"/>
                  </a:lnTo>
                  <a:cubicBezTo>
                    <a:pt x="245" y="102"/>
                    <a:pt x="249" y="102"/>
                    <a:pt x="257" y="102"/>
                  </a:cubicBezTo>
                  <a:cubicBezTo>
                    <a:pt x="301" y="102"/>
                    <a:pt x="344" y="107"/>
                    <a:pt x="378" y="117"/>
                  </a:cubicBezTo>
                  <a:cubicBezTo>
                    <a:pt x="400" y="123"/>
                    <a:pt x="421" y="135"/>
                    <a:pt x="439" y="149"/>
                  </a:cubicBezTo>
                  <a:cubicBezTo>
                    <a:pt x="469" y="175"/>
                    <a:pt x="485" y="213"/>
                    <a:pt x="485" y="260"/>
                  </a:cubicBezTo>
                  <a:cubicBezTo>
                    <a:pt x="485" y="300"/>
                    <a:pt x="473" y="335"/>
                    <a:pt x="450" y="361"/>
                  </a:cubicBezTo>
                  <a:cubicBezTo>
                    <a:pt x="439" y="373"/>
                    <a:pt x="425" y="385"/>
                    <a:pt x="408" y="395"/>
                  </a:cubicBezTo>
                  <a:lnTo>
                    <a:pt x="408" y="395"/>
                  </a:lnTo>
                  <a:close/>
                  <a:moveTo>
                    <a:pt x="750" y="835"/>
                  </a:moveTo>
                  <a:lnTo>
                    <a:pt x="750" y="835"/>
                  </a:lnTo>
                  <a:cubicBezTo>
                    <a:pt x="719" y="804"/>
                    <a:pt x="691" y="776"/>
                    <a:pt x="649" y="730"/>
                  </a:cubicBezTo>
                  <a:cubicBezTo>
                    <a:pt x="622" y="702"/>
                    <a:pt x="600" y="677"/>
                    <a:pt x="583" y="657"/>
                  </a:cubicBezTo>
                  <a:lnTo>
                    <a:pt x="444" y="493"/>
                  </a:lnTo>
                  <a:cubicBezTo>
                    <a:pt x="461" y="488"/>
                    <a:pt x="468" y="486"/>
                    <a:pt x="484" y="480"/>
                  </a:cubicBezTo>
                  <a:cubicBezTo>
                    <a:pt x="529" y="462"/>
                    <a:pt x="563" y="442"/>
                    <a:pt x="594" y="416"/>
                  </a:cubicBezTo>
                  <a:cubicBezTo>
                    <a:pt x="630" y="386"/>
                    <a:pt x="652" y="354"/>
                    <a:pt x="665" y="313"/>
                  </a:cubicBezTo>
                  <a:cubicBezTo>
                    <a:pt x="673" y="291"/>
                    <a:pt x="676" y="267"/>
                    <a:pt x="676" y="244"/>
                  </a:cubicBezTo>
                  <a:cubicBezTo>
                    <a:pt x="676" y="189"/>
                    <a:pt x="656" y="139"/>
                    <a:pt x="615" y="97"/>
                  </a:cubicBezTo>
                  <a:cubicBezTo>
                    <a:pt x="579" y="58"/>
                    <a:pt x="527" y="30"/>
                    <a:pt x="470" y="16"/>
                  </a:cubicBezTo>
                  <a:cubicBezTo>
                    <a:pt x="429" y="7"/>
                    <a:pt x="388" y="2"/>
                    <a:pt x="316" y="1"/>
                  </a:cubicBezTo>
                  <a:cubicBezTo>
                    <a:pt x="289" y="0"/>
                    <a:pt x="262" y="0"/>
                    <a:pt x="233" y="0"/>
                  </a:cubicBezTo>
                  <a:lnTo>
                    <a:pt x="2" y="0"/>
                  </a:lnTo>
                  <a:cubicBezTo>
                    <a:pt x="17" y="14"/>
                    <a:pt x="23" y="20"/>
                    <a:pt x="32" y="33"/>
                  </a:cubicBezTo>
                  <a:cubicBezTo>
                    <a:pt x="38" y="44"/>
                    <a:pt x="44" y="55"/>
                    <a:pt x="47" y="66"/>
                  </a:cubicBezTo>
                  <a:cubicBezTo>
                    <a:pt x="53" y="86"/>
                    <a:pt x="56" y="114"/>
                    <a:pt x="56" y="162"/>
                  </a:cubicBezTo>
                  <a:lnTo>
                    <a:pt x="56" y="750"/>
                  </a:lnTo>
                  <a:cubicBezTo>
                    <a:pt x="56" y="793"/>
                    <a:pt x="53" y="817"/>
                    <a:pt x="46" y="837"/>
                  </a:cubicBezTo>
                  <a:cubicBezTo>
                    <a:pt x="42" y="847"/>
                    <a:pt x="37" y="857"/>
                    <a:pt x="31" y="865"/>
                  </a:cubicBezTo>
                  <a:cubicBezTo>
                    <a:pt x="22" y="876"/>
                    <a:pt x="17" y="882"/>
                    <a:pt x="0" y="897"/>
                  </a:cubicBezTo>
                  <a:lnTo>
                    <a:pt x="285" y="897"/>
                  </a:lnTo>
                  <a:cubicBezTo>
                    <a:pt x="273" y="883"/>
                    <a:pt x="269" y="878"/>
                    <a:pt x="261" y="867"/>
                  </a:cubicBezTo>
                  <a:cubicBezTo>
                    <a:pt x="254" y="859"/>
                    <a:pt x="249" y="850"/>
                    <a:pt x="245" y="840"/>
                  </a:cubicBezTo>
                  <a:cubicBezTo>
                    <a:pt x="238" y="820"/>
                    <a:pt x="234" y="799"/>
                    <a:pt x="234" y="757"/>
                  </a:cubicBezTo>
                  <a:cubicBezTo>
                    <a:pt x="234" y="744"/>
                    <a:pt x="233" y="729"/>
                    <a:pt x="233" y="712"/>
                  </a:cubicBezTo>
                  <a:lnTo>
                    <a:pt x="233" y="510"/>
                  </a:lnTo>
                  <a:lnTo>
                    <a:pt x="400" y="710"/>
                  </a:lnTo>
                  <a:cubicBezTo>
                    <a:pt x="407" y="719"/>
                    <a:pt x="420" y="734"/>
                    <a:pt x="437" y="753"/>
                  </a:cubicBezTo>
                  <a:cubicBezTo>
                    <a:pt x="456" y="775"/>
                    <a:pt x="471" y="791"/>
                    <a:pt x="481" y="801"/>
                  </a:cubicBezTo>
                  <a:cubicBezTo>
                    <a:pt x="513" y="835"/>
                    <a:pt x="543" y="859"/>
                    <a:pt x="573" y="875"/>
                  </a:cubicBezTo>
                  <a:cubicBezTo>
                    <a:pt x="599" y="889"/>
                    <a:pt x="624" y="895"/>
                    <a:pt x="662" y="896"/>
                  </a:cubicBezTo>
                  <a:cubicBezTo>
                    <a:pt x="677" y="897"/>
                    <a:pt x="693" y="897"/>
                    <a:pt x="709" y="897"/>
                  </a:cubicBezTo>
                  <a:lnTo>
                    <a:pt x="822" y="897"/>
                  </a:lnTo>
                  <a:cubicBezTo>
                    <a:pt x="807" y="885"/>
                    <a:pt x="800" y="880"/>
                    <a:pt x="789" y="870"/>
                  </a:cubicBezTo>
                  <a:cubicBezTo>
                    <a:pt x="777" y="859"/>
                    <a:pt x="764" y="848"/>
                    <a:pt x="750" y="83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8F61EB5B-16E9-4E81-930C-CC3AF4AE800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9" y="195"/>
              <a:ext cx="68" cy="84"/>
            </a:xfrm>
            <a:custGeom>
              <a:avLst/>
              <a:gdLst>
                <a:gd name="T0" fmla="*/ 668 w 765"/>
                <a:gd name="T1" fmla="*/ 790 h 944"/>
                <a:gd name="T2" fmla="*/ 668 w 765"/>
                <a:gd name="T3" fmla="*/ 790 h 944"/>
                <a:gd name="T4" fmla="*/ 512 w 765"/>
                <a:gd name="T5" fmla="*/ 823 h 944"/>
                <a:gd name="T6" fmla="*/ 281 w 765"/>
                <a:gd name="T7" fmla="*/ 727 h 944"/>
                <a:gd name="T8" fmla="*/ 191 w 765"/>
                <a:gd name="T9" fmla="*/ 478 h 944"/>
                <a:gd name="T10" fmla="*/ 272 w 765"/>
                <a:gd name="T11" fmla="*/ 236 h 944"/>
                <a:gd name="T12" fmla="*/ 354 w 765"/>
                <a:gd name="T13" fmla="*/ 170 h 944"/>
                <a:gd name="T14" fmla="*/ 527 w 765"/>
                <a:gd name="T15" fmla="*/ 126 h 944"/>
                <a:gd name="T16" fmla="*/ 688 w 765"/>
                <a:gd name="T17" fmla="*/ 159 h 944"/>
                <a:gd name="T18" fmla="*/ 762 w 765"/>
                <a:gd name="T19" fmla="*/ 199 h 944"/>
                <a:gd name="T20" fmla="*/ 762 w 765"/>
                <a:gd name="T21" fmla="*/ 31 h 944"/>
                <a:gd name="T22" fmla="*/ 708 w 765"/>
                <a:gd name="T23" fmla="*/ 16 h 944"/>
                <a:gd name="T24" fmla="*/ 550 w 765"/>
                <a:gd name="T25" fmla="*/ 0 h 944"/>
                <a:gd name="T26" fmla="*/ 294 w 765"/>
                <a:gd name="T27" fmla="*/ 48 h 944"/>
                <a:gd name="T28" fmla="*/ 171 w 765"/>
                <a:gd name="T29" fmla="*/ 121 h 944"/>
                <a:gd name="T30" fmla="*/ 0 w 765"/>
                <a:gd name="T31" fmla="*/ 488 h 944"/>
                <a:gd name="T32" fmla="*/ 164 w 765"/>
                <a:gd name="T33" fmla="*/ 840 h 944"/>
                <a:gd name="T34" fmla="*/ 499 w 765"/>
                <a:gd name="T35" fmla="*/ 944 h 944"/>
                <a:gd name="T36" fmla="*/ 751 w 765"/>
                <a:gd name="T37" fmla="*/ 904 h 944"/>
                <a:gd name="T38" fmla="*/ 765 w 765"/>
                <a:gd name="T39" fmla="*/ 899 h 944"/>
                <a:gd name="T40" fmla="*/ 765 w 765"/>
                <a:gd name="T41" fmla="*/ 736 h 944"/>
                <a:gd name="T42" fmla="*/ 724 w 765"/>
                <a:gd name="T43" fmla="*/ 763 h 944"/>
                <a:gd name="T44" fmla="*/ 668 w 765"/>
                <a:gd name="T45" fmla="*/ 790 h 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65" h="944">
                  <a:moveTo>
                    <a:pt x="668" y="790"/>
                  </a:moveTo>
                  <a:lnTo>
                    <a:pt x="668" y="790"/>
                  </a:lnTo>
                  <a:cubicBezTo>
                    <a:pt x="614" y="813"/>
                    <a:pt x="565" y="823"/>
                    <a:pt x="512" y="823"/>
                  </a:cubicBezTo>
                  <a:cubicBezTo>
                    <a:pt x="419" y="823"/>
                    <a:pt x="340" y="790"/>
                    <a:pt x="281" y="727"/>
                  </a:cubicBezTo>
                  <a:cubicBezTo>
                    <a:pt x="222" y="664"/>
                    <a:pt x="191" y="577"/>
                    <a:pt x="191" y="478"/>
                  </a:cubicBezTo>
                  <a:cubicBezTo>
                    <a:pt x="191" y="384"/>
                    <a:pt x="220" y="297"/>
                    <a:pt x="272" y="236"/>
                  </a:cubicBezTo>
                  <a:cubicBezTo>
                    <a:pt x="295" y="210"/>
                    <a:pt x="322" y="187"/>
                    <a:pt x="354" y="170"/>
                  </a:cubicBezTo>
                  <a:cubicBezTo>
                    <a:pt x="404" y="141"/>
                    <a:pt x="463" y="126"/>
                    <a:pt x="527" y="126"/>
                  </a:cubicBezTo>
                  <a:cubicBezTo>
                    <a:pt x="582" y="126"/>
                    <a:pt x="635" y="137"/>
                    <a:pt x="688" y="159"/>
                  </a:cubicBezTo>
                  <a:cubicBezTo>
                    <a:pt x="722" y="172"/>
                    <a:pt x="734" y="179"/>
                    <a:pt x="762" y="199"/>
                  </a:cubicBezTo>
                  <a:lnTo>
                    <a:pt x="762" y="31"/>
                  </a:lnTo>
                  <a:cubicBezTo>
                    <a:pt x="740" y="24"/>
                    <a:pt x="731" y="21"/>
                    <a:pt x="708" y="16"/>
                  </a:cubicBezTo>
                  <a:cubicBezTo>
                    <a:pt x="656" y="5"/>
                    <a:pt x="606" y="0"/>
                    <a:pt x="550" y="0"/>
                  </a:cubicBezTo>
                  <a:cubicBezTo>
                    <a:pt x="453" y="0"/>
                    <a:pt x="370" y="16"/>
                    <a:pt x="294" y="48"/>
                  </a:cubicBezTo>
                  <a:cubicBezTo>
                    <a:pt x="249" y="67"/>
                    <a:pt x="207" y="91"/>
                    <a:pt x="171" y="121"/>
                  </a:cubicBezTo>
                  <a:cubicBezTo>
                    <a:pt x="60" y="210"/>
                    <a:pt x="0" y="339"/>
                    <a:pt x="0" y="488"/>
                  </a:cubicBezTo>
                  <a:cubicBezTo>
                    <a:pt x="0" y="632"/>
                    <a:pt x="58" y="756"/>
                    <a:pt x="164" y="840"/>
                  </a:cubicBezTo>
                  <a:cubicBezTo>
                    <a:pt x="251" y="909"/>
                    <a:pt x="364" y="944"/>
                    <a:pt x="499" y="944"/>
                  </a:cubicBezTo>
                  <a:cubicBezTo>
                    <a:pt x="583" y="944"/>
                    <a:pt x="662" y="931"/>
                    <a:pt x="751" y="904"/>
                  </a:cubicBezTo>
                  <a:cubicBezTo>
                    <a:pt x="754" y="903"/>
                    <a:pt x="759" y="901"/>
                    <a:pt x="765" y="899"/>
                  </a:cubicBezTo>
                  <a:lnTo>
                    <a:pt x="765" y="736"/>
                  </a:lnTo>
                  <a:cubicBezTo>
                    <a:pt x="744" y="750"/>
                    <a:pt x="736" y="755"/>
                    <a:pt x="724" y="763"/>
                  </a:cubicBezTo>
                  <a:cubicBezTo>
                    <a:pt x="706" y="773"/>
                    <a:pt x="688" y="782"/>
                    <a:pt x="668" y="79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3F11AFA1-B24F-4137-ADBD-BC99C549B76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1" y="197"/>
              <a:ext cx="78" cy="83"/>
            </a:xfrm>
            <a:custGeom>
              <a:avLst/>
              <a:gdLst>
                <a:gd name="T0" fmla="*/ 631 w 885"/>
                <a:gd name="T1" fmla="*/ 34 h 927"/>
                <a:gd name="T2" fmla="*/ 631 w 885"/>
                <a:gd name="T3" fmla="*/ 34 h 927"/>
                <a:gd name="T4" fmla="*/ 644 w 885"/>
                <a:gd name="T5" fmla="*/ 65 h 927"/>
                <a:gd name="T6" fmla="*/ 652 w 885"/>
                <a:gd name="T7" fmla="*/ 159 h 927"/>
                <a:gd name="T8" fmla="*/ 652 w 885"/>
                <a:gd name="T9" fmla="*/ 500 h 927"/>
                <a:gd name="T10" fmla="*/ 645 w 885"/>
                <a:gd name="T11" fmla="*/ 652 h 927"/>
                <a:gd name="T12" fmla="*/ 621 w 885"/>
                <a:gd name="T13" fmla="*/ 718 h 927"/>
                <a:gd name="T14" fmla="*/ 511 w 885"/>
                <a:gd name="T15" fmla="*/ 795 h 927"/>
                <a:gd name="T16" fmla="*/ 448 w 885"/>
                <a:gd name="T17" fmla="*/ 802 h 927"/>
                <a:gd name="T18" fmla="*/ 272 w 885"/>
                <a:gd name="T19" fmla="*/ 726 h 927"/>
                <a:gd name="T20" fmla="*/ 240 w 885"/>
                <a:gd name="T21" fmla="*/ 562 h 927"/>
                <a:gd name="T22" fmla="*/ 239 w 885"/>
                <a:gd name="T23" fmla="*/ 488 h 927"/>
                <a:gd name="T24" fmla="*/ 239 w 885"/>
                <a:gd name="T25" fmla="*/ 218 h 927"/>
                <a:gd name="T26" fmla="*/ 241 w 885"/>
                <a:gd name="T27" fmla="*/ 114 h 927"/>
                <a:gd name="T28" fmla="*/ 248 w 885"/>
                <a:gd name="T29" fmla="*/ 73 h 927"/>
                <a:gd name="T30" fmla="*/ 284 w 885"/>
                <a:gd name="T31" fmla="*/ 8 h 927"/>
                <a:gd name="T32" fmla="*/ 291 w 885"/>
                <a:gd name="T33" fmla="*/ 0 h 927"/>
                <a:gd name="T34" fmla="*/ 0 w 885"/>
                <a:gd name="T35" fmla="*/ 0 h 927"/>
                <a:gd name="T36" fmla="*/ 32 w 885"/>
                <a:gd name="T37" fmla="*/ 36 h 927"/>
                <a:gd name="T38" fmla="*/ 45 w 885"/>
                <a:gd name="T39" fmla="*/ 67 h 927"/>
                <a:gd name="T40" fmla="*/ 51 w 885"/>
                <a:gd name="T41" fmla="*/ 109 h 927"/>
                <a:gd name="T42" fmla="*/ 51 w 885"/>
                <a:gd name="T43" fmla="*/ 164 h 927"/>
                <a:gd name="T44" fmla="*/ 52 w 885"/>
                <a:gd name="T45" fmla="*/ 216 h 927"/>
                <a:gd name="T46" fmla="*/ 52 w 885"/>
                <a:gd name="T47" fmla="*/ 473 h 927"/>
                <a:gd name="T48" fmla="*/ 55 w 885"/>
                <a:gd name="T49" fmla="*/ 631 h 927"/>
                <a:gd name="T50" fmla="*/ 118 w 885"/>
                <a:gd name="T51" fmla="*/ 796 h 927"/>
                <a:gd name="T52" fmla="*/ 435 w 885"/>
                <a:gd name="T53" fmla="*/ 927 h 927"/>
                <a:gd name="T54" fmla="*/ 615 w 885"/>
                <a:gd name="T55" fmla="*/ 898 h 927"/>
                <a:gd name="T56" fmla="*/ 748 w 885"/>
                <a:gd name="T57" fmla="*/ 809 h 927"/>
                <a:gd name="T58" fmla="*/ 821 w 885"/>
                <a:gd name="T59" fmla="*/ 635 h 927"/>
                <a:gd name="T60" fmla="*/ 827 w 885"/>
                <a:gd name="T61" fmla="*/ 475 h 927"/>
                <a:gd name="T62" fmla="*/ 827 w 885"/>
                <a:gd name="T63" fmla="*/ 217 h 927"/>
                <a:gd name="T64" fmla="*/ 826 w 885"/>
                <a:gd name="T65" fmla="*/ 165 h 927"/>
                <a:gd name="T66" fmla="*/ 826 w 885"/>
                <a:gd name="T67" fmla="*/ 155 h 927"/>
                <a:gd name="T68" fmla="*/ 834 w 885"/>
                <a:gd name="T69" fmla="*/ 73 h 927"/>
                <a:gd name="T70" fmla="*/ 849 w 885"/>
                <a:gd name="T71" fmla="*/ 37 h 927"/>
                <a:gd name="T72" fmla="*/ 885 w 885"/>
                <a:gd name="T73" fmla="*/ 0 h 927"/>
                <a:gd name="T74" fmla="*/ 599 w 885"/>
                <a:gd name="T75" fmla="*/ 0 h 927"/>
                <a:gd name="T76" fmla="*/ 631 w 885"/>
                <a:gd name="T77" fmla="*/ 34 h 9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85" h="927">
                  <a:moveTo>
                    <a:pt x="631" y="34"/>
                  </a:moveTo>
                  <a:lnTo>
                    <a:pt x="631" y="34"/>
                  </a:lnTo>
                  <a:cubicBezTo>
                    <a:pt x="637" y="44"/>
                    <a:pt x="641" y="54"/>
                    <a:pt x="644" y="65"/>
                  </a:cubicBezTo>
                  <a:cubicBezTo>
                    <a:pt x="650" y="87"/>
                    <a:pt x="652" y="108"/>
                    <a:pt x="652" y="159"/>
                  </a:cubicBezTo>
                  <a:lnTo>
                    <a:pt x="652" y="500"/>
                  </a:lnTo>
                  <a:cubicBezTo>
                    <a:pt x="652" y="573"/>
                    <a:pt x="650" y="617"/>
                    <a:pt x="645" y="652"/>
                  </a:cubicBezTo>
                  <a:cubicBezTo>
                    <a:pt x="641" y="676"/>
                    <a:pt x="633" y="698"/>
                    <a:pt x="621" y="718"/>
                  </a:cubicBezTo>
                  <a:cubicBezTo>
                    <a:pt x="600" y="755"/>
                    <a:pt x="559" y="783"/>
                    <a:pt x="511" y="795"/>
                  </a:cubicBezTo>
                  <a:cubicBezTo>
                    <a:pt x="492" y="800"/>
                    <a:pt x="470" y="802"/>
                    <a:pt x="448" y="802"/>
                  </a:cubicBezTo>
                  <a:cubicBezTo>
                    <a:pt x="371" y="802"/>
                    <a:pt x="304" y="773"/>
                    <a:pt x="272" y="726"/>
                  </a:cubicBezTo>
                  <a:cubicBezTo>
                    <a:pt x="248" y="690"/>
                    <a:pt x="241" y="655"/>
                    <a:pt x="240" y="562"/>
                  </a:cubicBezTo>
                  <a:lnTo>
                    <a:pt x="239" y="488"/>
                  </a:lnTo>
                  <a:lnTo>
                    <a:pt x="239" y="218"/>
                  </a:lnTo>
                  <a:cubicBezTo>
                    <a:pt x="239" y="166"/>
                    <a:pt x="239" y="141"/>
                    <a:pt x="241" y="114"/>
                  </a:cubicBezTo>
                  <a:cubicBezTo>
                    <a:pt x="242" y="98"/>
                    <a:pt x="244" y="84"/>
                    <a:pt x="248" y="73"/>
                  </a:cubicBezTo>
                  <a:cubicBezTo>
                    <a:pt x="254" y="52"/>
                    <a:pt x="269" y="25"/>
                    <a:pt x="284" y="8"/>
                  </a:cubicBezTo>
                  <a:cubicBezTo>
                    <a:pt x="286" y="6"/>
                    <a:pt x="288" y="3"/>
                    <a:pt x="291" y="0"/>
                  </a:cubicBezTo>
                  <a:lnTo>
                    <a:pt x="0" y="0"/>
                  </a:lnTo>
                  <a:cubicBezTo>
                    <a:pt x="18" y="15"/>
                    <a:pt x="23" y="21"/>
                    <a:pt x="32" y="36"/>
                  </a:cubicBezTo>
                  <a:cubicBezTo>
                    <a:pt x="38" y="46"/>
                    <a:pt x="42" y="56"/>
                    <a:pt x="45" y="67"/>
                  </a:cubicBezTo>
                  <a:cubicBezTo>
                    <a:pt x="48" y="81"/>
                    <a:pt x="51" y="95"/>
                    <a:pt x="51" y="109"/>
                  </a:cubicBezTo>
                  <a:cubicBezTo>
                    <a:pt x="51" y="117"/>
                    <a:pt x="51" y="136"/>
                    <a:pt x="51" y="164"/>
                  </a:cubicBezTo>
                  <a:lnTo>
                    <a:pt x="52" y="216"/>
                  </a:lnTo>
                  <a:lnTo>
                    <a:pt x="52" y="473"/>
                  </a:lnTo>
                  <a:cubicBezTo>
                    <a:pt x="52" y="569"/>
                    <a:pt x="52" y="593"/>
                    <a:pt x="55" y="631"/>
                  </a:cubicBezTo>
                  <a:cubicBezTo>
                    <a:pt x="61" y="697"/>
                    <a:pt x="80" y="749"/>
                    <a:pt x="118" y="796"/>
                  </a:cubicBezTo>
                  <a:cubicBezTo>
                    <a:pt x="186" y="882"/>
                    <a:pt x="295" y="927"/>
                    <a:pt x="435" y="927"/>
                  </a:cubicBezTo>
                  <a:cubicBezTo>
                    <a:pt x="501" y="927"/>
                    <a:pt x="566" y="916"/>
                    <a:pt x="615" y="898"/>
                  </a:cubicBezTo>
                  <a:cubicBezTo>
                    <a:pt x="667" y="879"/>
                    <a:pt x="714" y="847"/>
                    <a:pt x="748" y="809"/>
                  </a:cubicBezTo>
                  <a:cubicBezTo>
                    <a:pt x="790" y="763"/>
                    <a:pt x="814" y="705"/>
                    <a:pt x="821" y="635"/>
                  </a:cubicBezTo>
                  <a:cubicBezTo>
                    <a:pt x="825" y="594"/>
                    <a:pt x="827" y="545"/>
                    <a:pt x="827" y="475"/>
                  </a:cubicBezTo>
                  <a:lnTo>
                    <a:pt x="827" y="217"/>
                  </a:lnTo>
                  <a:lnTo>
                    <a:pt x="826" y="165"/>
                  </a:lnTo>
                  <a:lnTo>
                    <a:pt x="826" y="155"/>
                  </a:lnTo>
                  <a:cubicBezTo>
                    <a:pt x="826" y="117"/>
                    <a:pt x="828" y="94"/>
                    <a:pt x="834" y="73"/>
                  </a:cubicBezTo>
                  <a:cubicBezTo>
                    <a:pt x="837" y="61"/>
                    <a:pt x="842" y="48"/>
                    <a:pt x="849" y="37"/>
                  </a:cubicBezTo>
                  <a:cubicBezTo>
                    <a:pt x="859" y="22"/>
                    <a:pt x="866" y="15"/>
                    <a:pt x="885" y="0"/>
                  </a:cubicBezTo>
                  <a:lnTo>
                    <a:pt x="599" y="0"/>
                  </a:lnTo>
                  <a:cubicBezTo>
                    <a:pt x="616" y="13"/>
                    <a:pt x="622" y="20"/>
                    <a:pt x="631" y="3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D974EA69-2A4E-481A-8DD8-9C9FD2156E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1" y="197"/>
              <a:ext cx="77" cy="80"/>
            </a:xfrm>
            <a:custGeom>
              <a:avLst/>
              <a:gdLst>
                <a:gd name="T0" fmla="*/ 654 w 865"/>
                <a:gd name="T1" fmla="*/ 771 h 897"/>
                <a:gd name="T2" fmla="*/ 654 w 865"/>
                <a:gd name="T3" fmla="*/ 771 h 897"/>
                <a:gd name="T4" fmla="*/ 513 w 865"/>
                <a:gd name="T5" fmla="*/ 783 h 897"/>
                <a:gd name="T6" fmla="*/ 442 w 865"/>
                <a:gd name="T7" fmla="*/ 784 h 897"/>
                <a:gd name="T8" fmla="*/ 304 w 865"/>
                <a:gd name="T9" fmla="*/ 784 h 897"/>
                <a:gd name="T10" fmla="*/ 848 w 865"/>
                <a:gd name="T11" fmla="*/ 0 h 897"/>
                <a:gd name="T12" fmla="*/ 143 w 865"/>
                <a:gd name="T13" fmla="*/ 0 h 897"/>
                <a:gd name="T14" fmla="*/ 56 w 865"/>
                <a:gd name="T15" fmla="*/ 191 h 897"/>
                <a:gd name="T16" fmla="*/ 121 w 865"/>
                <a:gd name="T17" fmla="*/ 160 h 897"/>
                <a:gd name="T18" fmla="*/ 248 w 865"/>
                <a:gd name="T19" fmla="*/ 124 h 897"/>
                <a:gd name="T20" fmla="*/ 375 w 865"/>
                <a:gd name="T21" fmla="*/ 113 h 897"/>
                <a:gd name="T22" fmla="*/ 444 w 865"/>
                <a:gd name="T23" fmla="*/ 112 h 897"/>
                <a:gd name="T24" fmla="*/ 549 w 865"/>
                <a:gd name="T25" fmla="*/ 112 h 897"/>
                <a:gd name="T26" fmla="*/ 0 w 865"/>
                <a:gd name="T27" fmla="*/ 897 h 897"/>
                <a:gd name="T28" fmla="*/ 776 w 865"/>
                <a:gd name="T29" fmla="*/ 897 h 897"/>
                <a:gd name="T30" fmla="*/ 865 w 865"/>
                <a:gd name="T31" fmla="*/ 692 h 897"/>
                <a:gd name="T32" fmla="*/ 800 w 865"/>
                <a:gd name="T33" fmla="*/ 727 h 897"/>
                <a:gd name="T34" fmla="*/ 654 w 865"/>
                <a:gd name="T35" fmla="*/ 771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65" h="897">
                  <a:moveTo>
                    <a:pt x="654" y="771"/>
                  </a:moveTo>
                  <a:lnTo>
                    <a:pt x="654" y="771"/>
                  </a:lnTo>
                  <a:cubicBezTo>
                    <a:pt x="614" y="778"/>
                    <a:pt x="569" y="782"/>
                    <a:pt x="513" y="783"/>
                  </a:cubicBezTo>
                  <a:cubicBezTo>
                    <a:pt x="495" y="784"/>
                    <a:pt x="471" y="784"/>
                    <a:pt x="442" y="784"/>
                  </a:cubicBezTo>
                  <a:lnTo>
                    <a:pt x="304" y="784"/>
                  </a:lnTo>
                  <a:lnTo>
                    <a:pt x="848" y="0"/>
                  </a:lnTo>
                  <a:lnTo>
                    <a:pt x="143" y="0"/>
                  </a:lnTo>
                  <a:lnTo>
                    <a:pt x="56" y="191"/>
                  </a:lnTo>
                  <a:cubicBezTo>
                    <a:pt x="85" y="176"/>
                    <a:pt x="96" y="170"/>
                    <a:pt x="121" y="160"/>
                  </a:cubicBezTo>
                  <a:cubicBezTo>
                    <a:pt x="162" y="144"/>
                    <a:pt x="206" y="132"/>
                    <a:pt x="248" y="124"/>
                  </a:cubicBezTo>
                  <a:cubicBezTo>
                    <a:pt x="285" y="118"/>
                    <a:pt x="319" y="115"/>
                    <a:pt x="375" y="113"/>
                  </a:cubicBezTo>
                  <a:cubicBezTo>
                    <a:pt x="400" y="112"/>
                    <a:pt x="423" y="112"/>
                    <a:pt x="444" y="112"/>
                  </a:cubicBezTo>
                  <a:lnTo>
                    <a:pt x="549" y="112"/>
                  </a:lnTo>
                  <a:lnTo>
                    <a:pt x="0" y="897"/>
                  </a:lnTo>
                  <a:lnTo>
                    <a:pt x="776" y="897"/>
                  </a:lnTo>
                  <a:lnTo>
                    <a:pt x="865" y="692"/>
                  </a:lnTo>
                  <a:cubicBezTo>
                    <a:pt x="834" y="710"/>
                    <a:pt x="823" y="716"/>
                    <a:pt x="800" y="727"/>
                  </a:cubicBezTo>
                  <a:cubicBezTo>
                    <a:pt x="754" y="747"/>
                    <a:pt x="705" y="762"/>
                    <a:pt x="654" y="77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28C940DE-D324-4410-80C5-9BC2A365D9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0" y="167"/>
              <a:ext cx="18" cy="18"/>
            </a:xfrm>
            <a:custGeom>
              <a:avLst/>
              <a:gdLst>
                <a:gd name="T0" fmla="*/ 102 w 203"/>
                <a:gd name="T1" fmla="*/ 189 h 203"/>
                <a:gd name="T2" fmla="*/ 102 w 203"/>
                <a:gd name="T3" fmla="*/ 189 h 203"/>
                <a:gd name="T4" fmla="*/ 17 w 203"/>
                <a:gd name="T5" fmla="*/ 102 h 203"/>
                <a:gd name="T6" fmla="*/ 102 w 203"/>
                <a:gd name="T7" fmla="*/ 15 h 203"/>
                <a:gd name="T8" fmla="*/ 187 w 203"/>
                <a:gd name="T9" fmla="*/ 102 h 203"/>
                <a:gd name="T10" fmla="*/ 102 w 203"/>
                <a:gd name="T11" fmla="*/ 189 h 203"/>
                <a:gd name="T12" fmla="*/ 102 w 203"/>
                <a:gd name="T13" fmla="*/ 189 h 203"/>
                <a:gd name="T14" fmla="*/ 102 w 203"/>
                <a:gd name="T15" fmla="*/ 0 h 203"/>
                <a:gd name="T16" fmla="*/ 102 w 203"/>
                <a:gd name="T17" fmla="*/ 0 h 203"/>
                <a:gd name="T18" fmla="*/ 0 w 203"/>
                <a:gd name="T19" fmla="*/ 102 h 203"/>
                <a:gd name="T20" fmla="*/ 102 w 203"/>
                <a:gd name="T21" fmla="*/ 203 h 203"/>
                <a:gd name="T22" fmla="*/ 203 w 203"/>
                <a:gd name="T23" fmla="*/ 102 h 203"/>
                <a:gd name="T24" fmla="*/ 102 w 203"/>
                <a:gd name="T25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3" h="203">
                  <a:moveTo>
                    <a:pt x="102" y="189"/>
                  </a:moveTo>
                  <a:lnTo>
                    <a:pt x="102" y="189"/>
                  </a:lnTo>
                  <a:cubicBezTo>
                    <a:pt x="54" y="189"/>
                    <a:pt x="17" y="154"/>
                    <a:pt x="17" y="102"/>
                  </a:cubicBezTo>
                  <a:cubicBezTo>
                    <a:pt x="17" y="50"/>
                    <a:pt x="54" y="15"/>
                    <a:pt x="102" y="15"/>
                  </a:cubicBezTo>
                  <a:cubicBezTo>
                    <a:pt x="150" y="15"/>
                    <a:pt x="187" y="50"/>
                    <a:pt x="187" y="102"/>
                  </a:cubicBezTo>
                  <a:cubicBezTo>
                    <a:pt x="187" y="154"/>
                    <a:pt x="150" y="189"/>
                    <a:pt x="102" y="189"/>
                  </a:cubicBezTo>
                  <a:lnTo>
                    <a:pt x="102" y="189"/>
                  </a:lnTo>
                  <a:close/>
                  <a:moveTo>
                    <a:pt x="102" y="0"/>
                  </a:moveTo>
                  <a:lnTo>
                    <a:pt x="102" y="0"/>
                  </a:lnTo>
                  <a:cubicBezTo>
                    <a:pt x="46" y="0"/>
                    <a:pt x="0" y="42"/>
                    <a:pt x="0" y="102"/>
                  </a:cubicBezTo>
                  <a:cubicBezTo>
                    <a:pt x="0" y="162"/>
                    <a:pt x="46" y="203"/>
                    <a:pt x="102" y="203"/>
                  </a:cubicBezTo>
                  <a:cubicBezTo>
                    <a:pt x="158" y="203"/>
                    <a:pt x="203" y="162"/>
                    <a:pt x="203" y="102"/>
                  </a:cubicBezTo>
                  <a:cubicBezTo>
                    <a:pt x="203" y="42"/>
                    <a:pt x="158" y="0"/>
                    <a:pt x="10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F399AED9-15E5-4439-853F-533F93806D3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6" y="171"/>
              <a:ext cx="7" cy="9"/>
            </a:xfrm>
            <a:custGeom>
              <a:avLst/>
              <a:gdLst>
                <a:gd name="T0" fmla="*/ 40 w 87"/>
                <a:gd name="T1" fmla="*/ 50 h 107"/>
                <a:gd name="T2" fmla="*/ 40 w 87"/>
                <a:gd name="T3" fmla="*/ 50 h 107"/>
                <a:gd name="T4" fmla="*/ 15 w 87"/>
                <a:gd name="T5" fmla="*/ 50 h 107"/>
                <a:gd name="T6" fmla="*/ 15 w 87"/>
                <a:gd name="T7" fmla="*/ 16 h 107"/>
                <a:gd name="T8" fmla="*/ 38 w 87"/>
                <a:gd name="T9" fmla="*/ 16 h 107"/>
                <a:gd name="T10" fmla="*/ 66 w 87"/>
                <a:gd name="T11" fmla="*/ 33 h 107"/>
                <a:gd name="T12" fmla="*/ 40 w 87"/>
                <a:gd name="T13" fmla="*/ 50 h 107"/>
                <a:gd name="T14" fmla="*/ 40 w 87"/>
                <a:gd name="T15" fmla="*/ 50 h 107"/>
                <a:gd name="T16" fmla="*/ 83 w 87"/>
                <a:gd name="T17" fmla="*/ 33 h 107"/>
                <a:gd name="T18" fmla="*/ 83 w 87"/>
                <a:gd name="T19" fmla="*/ 33 h 107"/>
                <a:gd name="T20" fmla="*/ 32 w 87"/>
                <a:gd name="T21" fmla="*/ 0 h 107"/>
                <a:gd name="T22" fmla="*/ 0 w 87"/>
                <a:gd name="T23" fmla="*/ 0 h 107"/>
                <a:gd name="T24" fmla="*/ 0 w 87"/>
                <a:gd name="T25" fmla="*/ 107 h 107"/>
                <a:gd name="T26" fmla="*/ 15 w 87"/>
                <a:gd name="T27" fmla="*/ 107 h 107"/>
                <a:gd name="T28" fmla="*/ 15 w 87"/>
                <a:gd name="T29" fmla="*/ 66 h 107"/>
                <a:gd name="T30" fmla="*/ 44 w 87"/>
                <a:gd name="T31" fmla="*/ 66 h 107"/>
                <a:gd name="T32" fmla="*/ 46 w 87"/>
                <a:gd name="T33" fmla="*/ 65 h 107"/>
                <a:gd name="T34" fmla="*/ 69 w 87"/>
                <a:gd name="T35" fmla="*/ 107 h 107"/>
                <a:gd name="T36" fmla="*/ 87 w 87"/>
                <a:gd name="T37" fmla="*/ 107 h 107"/>
                <a:gd name="T38" fmla="*/ 62 w 87"/>
                <a:gd name="T39" fmla="*/ 62 h 107"/>
                <a:gd name="T40" fmla="*/ 83 w 87"/>
                <a:gd name="T41" fmla="*/ 3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7" h="107">
                  <a:moveTo>
                    <a:pt x="40" y="50"/>
                  </a:moveTo>
                  <a:lnTo>
                    <a:pt x="40" y="50"/>
                  </a:lnTo>
                  <a:lnTo>
                    <a:pt x="15" y="50"/>
                  </a:lnTo>
                  <a:lnTo>
                    <a:pt x="15" y="16"/>
                  </a:lnTo>
                  <a:lnTo>
                    <a:pt x="38" y="16"/>
                  </a:lnTo>
                  <a:cubicBezTo>
                    <a:pt x="54" y="16"/>
                    <a:pt x="66" y="19"/>
                    <a:pt x="66" y="33"/>
                  </a:cubicBezTo>
                  <a:cubicBezTo>
                    <a:pt x="66" y="45"/>
                    <a:pt x="58" y="50"/>
                    <a:pt x="40" y="50"/>
                  </a:cubicBezTo>
                  <a:lnTo>
                    <a:pt x="40" y="50"/>
                  </a:lnTo>
                  <a:close/>
                  <a:moveTo>
                    <a:pt x="83" y="33"/>
                  </a:moveTo>
                  <a:lnTo>
                    <a:pt x="83" y="33"/>
                  </a:lnTo>
                  <a:cubicBezTo>
                    <a:pt x="83" y="5"/>
                    <a:pt x="64" y="0"/>
                    <a:pt x="32" y="0"/>
                  </a:cubicBezTo>
                  <a:lnTo>
                    <a:pt x="0" y="0"/>
                  </a:lnTo>
                  <a:lnTo>
                    <a:pt x="0" y="107"/>
                  </a:lnTo>
                  <a:lnTo>
                    <a:pt x="15" y="107"/>
                  </a:lnTo>
                  <a:lnTo>
                    <a:pt x="15" y="66"/>
                  </a:lnTo>
                  <a:lnTo>
                    <a:pt x="44" y="66"/>
                  </a:lnTo>
                  <a:cubicBezTo>
                    <a:pt x="45" y="66"/>
                    <a:pt x="46" y="66"/>
                    <a:pt x="46" y="65"/>
                  </a:cubicBezTo>
                  <a:lnTo>
                    <a:pt x="69" y="107"/>
                  </a:lnTo>
                  <a:lnTo>
                    <a:pt x="87" y="107"/>
                  </a:lnTo>
                  <a:lnTo>
                    <a:pt x="62" y="62"/>
                  </a:lnTo>
                  <a:cubicBezTo>
                    <a:pt x="76" y="56"/>
                    <a:pt x="83" y="45"/>
                    <a:pt x="83" y="3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</p:grp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613BA4-3F37-477A-9F83-816FFC3756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0" name="Footer Placeholder 3">
            <a:extLst>
              <a:ext uri="{FF2B5EF4-FFF2-40B4-BE49-F238E27FC236}">
                <a16:creationId xmlns:a16="http://schemas.microsoft.com/office/drawing/2014/main" id="{3866945B-F4D3-4972-8A47-C02C9E2AC9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8705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,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9979B0B5-DCB0-844D-8724-1DB31C8A8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659" y="260268"/>
            <a:ext cx="9586415" cy="332399"/>
          </a:xfrm>
        </p:spPr>
        <p:txBody>
          <a:bodyPr>
            <a:sp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B8922-F046-4949-89A1-82828F430E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A51A83C0-E586-4207-B521-E42A4141A0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2902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E1605E3C-D76A-4678-9277-BF9E20857561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7248128" y="1442037"/>
            <a:ext cx="4320000" cy="4320000"/>
          </a:xfrm>
          <a:prstGeom prst="ellipse">
            <a:avLst/>
          </a:prstGeom>
        </p:spPr>
        <p:txBody>
          <a:bodyPr/>
          <a:lstStyle>
            <a:lvl1pPr algn="ctr">
              <a:buNone/>
              <a:defRPr b="0" i="0">
                <a:solidFill>
                  <a:srgbClr val="1C67AF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grpSp>
        <p:nvGrpSpPr>
          <p:cNvPr id="17" name="Group 4">
            <a:extLst>
              <a:ext uri="{FF2B5EF4-FFF2-40B4-BE49-F238E27FC236}">
                <a16:creationId xmlns:a16="http://schemas.microsoft.com/office/drawing/2014/main" id="{05B1BF2D-95ED-4B5E-A600-448435A538E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1989" y="158751"/>
            <a:ext cx="1773767" cy="683683"/>
            <a:chOff x="79" y="75"/>
            <a:chExt cx="838" cy="323"/>
          </a:xfrm>
          <a:solidFill>
            <a:schemeClr val="accent1"/>
          </a:solidFill>
        </p:grpSpPr>
        <p:sp>
          <p:nvSpPr>
            <p:cNvPr id="18" name="AutoShape 3">
              <a:extLst>
                <a:ext uri="{FF2B5EF4-FFF2-40B4-BE49-F238E27FC236}">
                  <a16:creationId xmlns:a16="http://schemas.microsoft.com/office/drawing/2014/main" id="{61978BD2-C14E-4CFE-993E-343384B567C5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9" y="75"/>
              <a:ext cx="838" cy="3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99494830-030A-4795-A5CF-E0AD53A1DE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9" y="155"/>
              <a:ext cx="163" cy="164"/>
            </a:xfrm>
            <a:custGeom>
              <a:avLst/>
              <a:gdLst>
                <a:gd name="T0" fmla="*/ 920 w 1841"/>
                <a:gd name="T1" fmla="*/ 0 h 1842"/>
                <a:gd name="T2" fmla="*/ 920 w 1841"/>
                <a:gd name="T3" fmla="*/ 0 h 1842"/>
                <a:gd name="T4" fmla="*/ 0 w 1841"/>
                <a:gd name="T5" fmla="*/ 921 h 1842"/>
                <a:gd name="T6" fmla="*/ 0 w 1841"/>
                <a:gd name="T7" fmla="*/ 921 h 1842"/>
                <a:gd name="T8" fmla="*/ 188 w 1841"/>
                <a:gd name="T9" fmla="*/ 1479 h 1842"/>
                <a:gd name="T10" fmla="*/ 954 w 1841"/>
                <a:gd name="T11" fmla="*/ 473 h 1842"/>
                <a:gd name="T12" fmla="*/ 871 w 1841"/>
                <a:gd name="T13" fmla="*/ 474 h 1842"/>
                <a:gd name="T14" fmla="*/ 790 w 1841"/>
                <a:gd name="T15" fmla="*/ 473 h 1842"/>
                <a:gd name="T16" fmla="*/ 561 w 1841"/>
                <a:gd name="T17" fmla="*/ 491 h 1842"/>
                <a:gd name="T18" fmla="*/ 467 w 1841"/>
                <a:gd name="T19" fmla="*/ 530 h 1842"/>
                <a:gd name="T20" fmla="*/ 374 w 1841"/>
                <a:gd name="T21" fmla="*/ 641 h 1842"/>
                <a:gd name="T22" fmla="*/ 361 w 1841"/>
                <a:gd name="T23" fmla="*/ 665 h 1842"/>
                <a:gd name="T24" fmla="*/ 316 w 1841"/>
                <a:gd name="T25" fmla="*/ 655 h 1842"/>
                <a:gd name="T26" fmla="*/ 392 w 1841"/>
                <a:gd name="T27" fmla="*/ 366 h 1842"/>
                <a:gd name="T28" fmla="*/ 1350 w 1841"/>
                <a:gd name="T29" fmla="*/ 366 h 1842"/>
                <a:gd name="T30" fmla="*/ 588 w 1841"/>
                <a:gd name="T31" fmla="*/ 1385 h 1842"/>
                <a:gd name="T32" fmla="*/ 698 w 1841"/>
                <a:gd name="T33" fmla="*/ 1379 h 1842"/>
                <a:gd name="T34" fmla="*/ 839 w 1841"/>
                <a:gd name="T35" fmla="*/ 1385 h 1842"/>
                <a:gd name="T36" fmla="*/ 974 w 1841"/>
                <a:gd name="T37" fmla="*/ 1393 h 1842"/>
                <a:gd name="T38" fmla="*/ 1095 w 1841"/>
                <a:gd name="T39" fmla="*/ 1397 h 1842"/>
                <a:gd name="T40" fmla="*/ 1255 w 1841"/>
                <a:gd name="T41" fmla="*/ 1378 h 1842"/>
                <a:gd name="T42" fmla="*/ 1354 w 1841"/>
                <a:gd name="T43" fmla="*/ 1331 h 1842"/>
                <a:gd name="T44" fmla="*/ 1491 w 1841"/>
                <a:gd name="T45" fmla="*/ 1175 h 1842"/>
                <a:gd name="T46" fmla="*/ 1504 w 1841"/>
                <a:gd name="T47" fmla="*/ 1147 h 1842"/>
                <a:gd name="T48" fmla="*/ 1545 w 1841"/>
                <a:gd name="T49" fmla="*/ 1158 h 1842"/>
                <a:gd name="T50" fmla="*/ 1505 w 1841"/>
                <a:gd name="T51" fmla="*/ 1273 h 1842"/>
                <a:gd name="T52" fmla="*/ 1354 w 1841"/>
                <a:gd name="T53" fmla="*/ 1472 h 1842"/>
                <a:gd name="T54" fmla="*/ 1131 w 1841"/>
                <a:gd name="T55" fmla="*/ 1546 h 1842"/>
                <a:gd name="T56" fmla="*/ 1118 w 1841"/>
                <a:gd name="T57" fmla="*/ 1546 h 1842"/>
                <a:gd name="T58" fmla="*/ 854 w 1841"/>
                <a:gd name="T59" fmla="*/ 1518 h 1842"/>
                <a:gd name="T60" fmla="*/ 544 w 1841"/>
                <a:gd name="T61" fmla="*/ 1486 h 1842"/>
                <a:gd name="T62" fmla="*/ 394 w 1841"/>
                <a:gd name="T63" fmla="*/ 1498 h 1842"/>
                <a:gd name="T64" fmla="*/ 242 w 1841"/>
                <a:gd name="T65" fmla="*/ 1543 h 1842"/>
                <a:gd name="T66" fmla="*/ 920 w 1841"/>
                <a:gd name="T67" fmla="*/ 1842 h 1842"/>
                <a:gd name="T68" fmla="*/ 1841 w 1841"/>
                <a:gd name="T69" fmla="*/ 921 h 1842"/>
                <a:gd name="T70" fmla="*/ 920 w 1841"/>
                <a:gd name="T71" fmla="*/ 0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41" h="1842">
                  <a:moveTo>
                    <a:pt x="920" y="0"/>
                  </a:moveTo>
                  <a:lnTo>
                    <a:pt x="920" y="0"/>
                  </a:lnTo>
                  <a:cubicBezTo>
                    <a:pt x="412" y="0"/>
                    <a:pt x="0" y="412"/>
                    <a:pt x="0" y="921"/>
                  </a:cubicBezTo>
                  <a:lnTo>
                    <a:pt x="0" y="921"/>
                  </a:lnTo>
                  <a:cubicBezTo>
                    <a:pt x="0" y="1131"/>
                    <a:pt x="70" y="1325"/>
                    <a:pt x="188" y="1479"/>
                  </a:cubicBezTo>
                  <a:lnTo>
                    <a:pt x="954" y="473"/>
                  </a:lnTo>
                  <a:lnTo>
                    <a:pt x="871" y="474"/>
                  </a:lnTo>
                  <a:lnTo>
                    <a:pt x="790" y="473"/>
                  </a:lnTo>
                  <a:cubicBezTo>
                    <a:pt x="702" y="473"/>
                    <a:pt x="620" y="480"/>
                    <a:pt x="561" y="491"/>
                  </a:cubicBezTo>
                  <a:cubicBezTo>
                    <a:pt x="525" y="498"/>
                    <a:pt x="493" y="511"/>
                    <a:pt x="467" y="530"/>
                  </a:cubicBezTo>
                  <a:cubicBezTo>
                    <a:pt x="437" y="551"/>
                    <a:pt x="399" y="596"/>
                    <a:pt x="374" y="641"/>
                  </a:cubicBezTo>
                  <a:cubicBezTo>
                    <a:pt x="371" y="646"/>
                    <a:pt x="367" y="654"/>
                    <a:pt x="361" y="665"/>
                  </a:cubicBezTo>
                  <a:lnTo>
                    <a:pt x="316" y="655"/>
                  </a:lnTo>
                  <a:lnTo>
                    <a:pt x="392" y="366"/>
                  </a:lnTo>
                  <a:lnTo>
                    <a:pt x="1350" y="366"/>
                  </a:lnTo>
                  <a:lnTo>
                    <a:pt x="588" y="1385"/>
                  </a:lnTo>
                  <a:cubicBezTo>
                    <a:pt x="638" y="1380"/>
                    <a:pt x="658" y="1379"/>
                    <a:pt x="698" y="1379"/>
                  </a:cubicBezTo>
                  <a:cubicBezTo>
                    <a:pt x="729" y="1379"/>
                    <a:pt x="776" y="1381"/>
                    <a:pt x="839" y="1385"/>
                  </a:cubicBezTo>
                  <a:lnTo>
                    <a:pt x="974" y="1393"/>
                  </a:lnTo>
                  <a:cubicBezTo>
                    <a:pt x="1023" y="1396"/>
                    <a:pt x="1064" y="1397"/>
                    <a:pt x="1095" y="1397"/>
                  </a:cubicBezTo>
                  <a:cubicBezTo>
                    <a:pt x="1165" y="1397"/>
                    <a:pt x="1210" y="1392"/>
                    <a:pt x="1255" y="1378"/>
                  </a:cubicBezTo>
                  <a:cubicBezTo>
                    <a:pt x="1290" y="1367"/>
                    <a:pt x="1324" y="1351"/>
                    <a:pt x="1354" y="1331"/>
                  </a:cubicBezTo>
                  <a:cubicBezTo>
                    <a:pt x="1408" y="1293"/>
                    <a:pt x="1460" y="1234"/>
                    <a:pt x="1491" y="1175"/>
                  </a:cubicBezTo>
                  <a:cubicBezTo>
                    <a:pt x="1494" y="1169"/>
                    <a:pt x="1499" y="1160"/>
                    <a:pt x="1504" y="1147"/>
                  </a:cubicBezTo>
                  <a:lnTo>
                    <a:pt x="1545" y="1158"/>
                  </a:lnTo>
                  <a:cubicBezTo>
                    <a:pt x="1532" y="1208"/>
                    <a:pt x="1525" y="1228"/>
                    <a:pt x="1505" y="1273"/>
                  </a:cubicBezTo>
                  <a:cubicBezTo>
                    <a:pt x="1464" y="1364"/>
                    <a:pt x="1417" y="1425"/>
                    <a:pt x="1354" y="1472"/>
                  </a:cubicBezTo>
                  <a:cubicBezTo>
                    <a:pt x="1289" y="1521"/>
                    <a:pt x="1216" y="1544"/>
                    <a:pt x="1131" y="1546"/>
                  </a:cubicBezTo>
                  <a:lnTo>
                    <a:pt x="1118" y="1546"/>
                  </a:lnTo>
                  <a:cubicBezTo>
                    <a:pt x="1055" y="1546"/>
                    <a:pt x="1006" y="1541"/>
                    <a:pt x="854" y="1518"/>
                  </a:cubicBezTo>
                  <a:cubicBezTo>
                    <a:pt x="700" y="1494"/>
                    <a:pt x="621" y="1486"/>
                    <a:pt x="544" y="1486"/>
                  </a:cubicBezTo>
                  <a:cubicBezTo>
                    <a:pt x="492" y="1486"/>
                    <a:pt x="444" y="1490"/>
                    <a:pt x="394" y="1498"/>
                  </a:cubicBezTo>
                  <a:cubicBezTo>
                    <a:pt x="328" y="1508"/>
                    <a:pt x="302" y="1516"/>
                    <a:pt x="242" y="1543"/>
                  </a:cubicBezTo>
                  <a:cubicBezTo>
                    <a:pt x="410" y="1727"/>
                    <a:pt x="652" y="1842"/>
                    <a:pt x="920" y="1842"/>
                  </a:cubicBezTo>
                  <a:cubicBezTo>
                    <a:pt x="1429" y="1842"/>
                    <a:pt x="1841" y="1430"/>
                    <a:pt x="1841" y="921"/>
                  </a:cubicBezTo>
                  <a:cubicBezTo>
                    <a:pt x="1841" y="412"/>
                    <a:pt x="1429" y="0"/>
                    <a:pt x="9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3" name="Freeform 6">
              <a:extLst>
                <a:ext uri="{FF2B5EF4-FFF2-40B4-BE49-F238E27FC236}">
                  <a16:creationId xmlns:a16="http://schemas.microsoft.com/office/drawing/2014/main" id="{AFD6C351-0AEC-4718-B212-E56D67B8DD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2" y="197"/>
              <a:ext cx="25" cy="80"/>
            </a:xfrm>
            <a:custGeom>
              <a:avLst/>
              <a:gdLst>
                <a:gd name="T0" fmla="*/ 232 w 288"/>
                <a:gd name="T1" fmla="*/ 166 h 897"/>
                <a:gd name="T2" fmla="*/ 232 w 288"/>
                <a:gd name="T3" fmla="*/ 166 h 897"/>
                <a:gd name="T4" fmla="*/ 241 w 288"/>
                <a:gd name="T5" fmla="*/ 65 h 897"/>
                <a:gd name="T6" fmla="*/ 254 w 288"/>
                <a:gd name="T7" fmla="*/ 37 h 897"/>
                <a:gd name="T8" fmla="*/ 288 w 288"/>
                <a:gd name="T9" fmla="*/ 0 h 897"/>
                <a:gd name="T10" fmla="*/ 0 w 288"/>
                <a:gd name="T11" fmla="*/ 0 h 897"/>
                <a:gd name="T12" fmla="*/ 33 w 288"/>
                <a:gd name="T13" fmla="*/ 35 h 897"/>
                <a:gd name="T14" fmla="*/ 47 w 288"/>
                <a:gd name="T15" fmla="*/ 64 h 897"/>
                <a:gd name="T16" fmla="*/ 56 w 288"/>
                <a:gd name="T17" fmla="*/ 161 h 897"/>
                <a:gd name="T18" fmla="*/ 56 w 288"/>
                <a:gd name="T19" fmla="*/ 215 h 897"/>
                <a:gd name="T20" fmla="*/ 56 w 288"/>
                <a:gd name="T21" fmla="*/ 752 h 897"/>
                <a:gd name="T22" fmla="*/ 42 w 288"/>
                <a:gd name="T23" fmla="*/ 839 h 897"/>
                <a:gd name="T24" fmla="*/ 28 w 288"/>
                <a:gd name="T25" fmla="*/ 865 h 897"/>
                <a:gd name="T26" fmla="*/ 1 w 288"/>
                <a:gd name="T27" fmla="*/ 897 h 897"/>
                <a:gd name="T28" fmla="*/ 285 w 288"/>
                <a:gd name="T29" fmla="*/ 897 h 897"/>
                <a:gd name="T30" fmla="*/ 258 w 288"/>
                <a:gd name="T31" fmla="*/ 865 h 897"/>
                <a:gd name="T32" fmla="*/ 243 w 288"/>
                <a:gd name="T33" fmla="*/ 838 h 897"/>
                <a:gd name="T34" fmla="*/ 231 w 288"/>
                <a:gd name="T35" fmla="*/ 759 h 897"/>
                <a:gd name="T36" fmla="*/ 231 w 288"/>
                <a:gd name="T37" fmla="*/ 218 h 897"/>
                <a:gd name="T38" fmla="*/ 232 w 288"/>
                <a:gd name="T39" fmla="*/ 166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88" h="897">
                  <a:moveTo>
                    <a:pt x="232" y="166"/>
                  </a:moveTo>
                  <a:lnTo>
                    <a:pt x="232" y="166"/>
                  </a:lnTo>
                  <a:cubicBezTo>
                    <a:pt x="232" y="106"/>
                    <a:pt x="233" y="89"/>
                    <a:pt x="241" y="65"/>
                  </a:cubicBezTo>
                  <a:cubicBezTo>
                    <a:pt x="244" y="55"/>
                    <a:pt x="248" y="46"/>
                    <a:pt x="254" y="37"/>
                  </a:cubicBezTo>
                  <a:cubicBezTo>
                    <a:pt x="263" y="22"/>
                    <a:pt x="270" y="14"/>
                    <a:pt x="288" y="0"/>
                  </a:cubicBezTo>
                  <a:lnTo>
                    <a:pt x="0" y="0"/>
                  </a:lnTo>
                  <a:cubicBezTo>
                    <a:pt x="18" y="16"/>
                    <a:pt x="24" y="22"/>
                    <a:pt x="33" y="35"/>
                  </a:cubicBezTo>
                  <a:cubicBezTo>
                    <a:pt x="39" y="44"/>
                    <a:pt x="44" y="54"/>
                    <a:pt x="47" y="64"/>
                  </a:cubicBezTo>
                  <a:cubicBezTo>
                    <a:pt x="53" y="86"/>
                    <a:pt x="56" y="108"/>
                    <a:pt x="56" y="161"/>
                  </a:cubicBezTo>
                  <a:cubicBezTo>
                    <a:pt x="56" y="188"/>
                    <a:pt x="56" y="206"/>
                    <a:pt x="56" y="215"/>
                  </a:cubicBezTo>
                  <a:lnTo>
                    <a:pt x="56" y="752"/>
                  </a:lnTo>
                  <a:cubicBezTo>
                    <a:pt x="56" y="784"/>
                    <a:pt x="51" y="817"/>
                    <a:pt x="42" y="839"/>
                  </a:cubicBezTo>
                  <a:cubicBezTo>
                    <a:pt x="39" y="848"/>
                    <a:pt x="34" y="857"/>
                    <a:pt x="28" y="865"/>
                  </a:cubicBezTo>
                  <a:cubicBezTo>
                    <a:pt x="21" y="875"/>
                    <a:pt x="16" y="880"/>
                    <a:pt x="1" y="897"/>
                  </a:cubicBezTo>
                  <a:lnTo>
                    <a:pt x="285" y="897"/>
                  </a:lnTo>
                  <a:cubicBezTo>
                    <a:pt x="271" y="885"/>
                    <a:pt x="266" y="879"/>
                    <a:pt x="258" y="865"/>
                  </a:cubicBezTo>
                  <a:cubicBezTo>
                    <a:pt x="252" y="856"/>
                    <a:pt x="247" y="847"/>
                    <a:pt x="243" y="838"/>
                  </a:cubicBezTo>
                  <a:cubicBezTo>
                    <a:pt x="236" y="817"/>
                    <a:pt x="231" y="787"/>
                    <a:pt x="231" y="759"/>
                  </a:cubicBezTo>
                  <a:lnTo>
                    <a:pt x="231" y="218"/>
                  </a:lnTo>
                  <a:lnTo>
                    <a:pt x="232" y="1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4" name="Freeform 7">
              <a:extLst>
                <a:ext uri="{FF2B5EF4-FFF2-40B4-BE49-F238E27FC236}">
                  <a16:creationId xmlns:a16="http://schemas.microsoft.com/office/drawing/2014/main" id="{56568706-5A7A-49F9-8069-77AFE558A19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" y="197"/>
              <a:ext cx="77" cy="80"/>
            </a:xfrm>
            <a:custGeom>
              <a:avLst/>
              <a:gdLst>
                <a:gd name="T0" fmla="*/ 810 w 869"/>
                <a:gd name="T1" fmla="*/ 165 h 897"/>
                <a:gd name="T2" fmla="*/ 810 w 869"/>
                <a:gd name="T3" fmla="*/ 165 h 897"/>
                <a:gd name="T4" fmla="*/ 819 w 869"/>
                <a:gd name="T5" fmla="*/ 70 h 897"/>
                <a:gd name="T6" fmla="*/ 834 w 869"/>
                <a:gd name="T7" fmla="*/ 37 h 897"/>
                <a:gd name="T8" fmla="*/ 869 w 869"/>
                <a:gd name="T9" fmla="*/ 0 h 897"/>
                <a:gd name="T10" fmla="*/ 576 w 869"/>
                <a:gd name="T11" fmla="*/ 0 h 897"/>
                <a:gd name="T12" fmla="*/ 609 w 869"/>
                <a:gd name="T13" fmla="*/ 36 h 897"/>
                <a:gd name="T14" fmla="*/ 624 w 869"/>
                <a:gd name="T15" fmla="*/ 67 h 897"/>
                <a:gd name="T16" fmla="*/ 634 w 869"/>
                <a:gd name="T17" fmla="*/ 162 h 897"/>
                <a:gd name="T18" fmla="*/ 634 w 869"/>
                <a:gd name="T19" fmla="*/ 379 h 897"/>
                <a:gd name="T20" fmla="*/ 232 w 869"/>
                <a:gd name="T21" fmla="*/ 379 h 897"/>
                <a:gd name="T22" fmla="*/ 232 w 869"/>
                <a:gd name="T23" fmla="*/ 216 h 897"/>
                <a:gd name="T24" fmla="*/ 234 w 869"/>
                <a:gd name="T25" fmla="*/ 109 h 897"/>
                <a:gd name="T26" fmla="*/ 241 w 869"/>
                <a:gd name="T27" fmla="*/ 70 h 897"/>
                <a:gd name="T28" fmla="*/ 278 w 869"/>
                <a:gd name="T29" fmla="*/ 9 h 897"/>
                <a:gd name="T30" fmla="*/ 288 w 869"/>
                <a:gd name="T31" fmla="*/ 0 h 897"/>
                <a:gd name="T32" fmla="*/ 1 w 869"/>
                <a:gd name="T33" fmla="*/ 0 h 897"/>
                <a:gd name="T34" fmla="*/ 30 w 869"/>
                <a:gd name="T35" fmla="*/ 34 h 897"/>
                <a:gd name="T36" fmla="*/ 46 w 869"/>
                <a:gd name="T37" fmla="*/ 64 h 897"/>
                <a:gd name="T38" fmla="*/ 56 w 869"/>
                <a:gd name="T39" fmla="*/ 159 h 897"/>
                <a:gd name="T40" fmla="*/ 57 w 869"/>
                <a:gd name="T41" fmla="*/ 216 h 897"/>
                <a:gd name="T42" fmla="*/ 57 w 869"/>
                <a:gd name="T43" fmla="*/ 707 h 897"/>
                <a:gd name="T44" fmla="*/ 53 w 869"/>
                <a:gd name="T45" fmla="*/ 802 h 897"/>
                <a:gd name="T46" fmla="*/ 44 w 869"/>
                <a:gd name="T47" fmla="*/ 838 h 897"/>
                <a:gd name="T48" fmla="*/ 9 w 869"/>
                <a:gd name="T49" fmla="*/ 888 h 897"/>
                <a:gd name="T50" fmla="*/ 0 w 869"/>
                <a:gd name="T51" fmla="*/ 897 h 897"/>
                <a:gd name="T52" fmla="*/ 284 w 869"/>
                <a:gd name="T53" fmla="*/ 897 h 897"/>
                <a:gd name="T54" fmla="*/ 260 w 869"/>
                <a:gd name="T55" fmla="*/ 867 h 897"/>
                <a:gd name="T56" fmla="*/ 245 w 869"/>
                <a:gd name="T57" fmla="*/ 839 h 897"/>
                <a:gd name="T58" fmla="*/ 232 w 869"/>
                <a:gd name="T59" fmla="*/ 761 h 897"/>
                <a:gd name="T60" fmla="*/ 232 w 869"/>
                <a:gd name="T61" fmla="*/ 707 h 897"/>
                <a:gd name="T62" fmla="*/ 232 w 869"/>
                <a:gd name="T63" fmla="*/ 490 h 897"/>
                <a:gd name="T64" fmla="*/ 634 w 869"/>
                <a:gd name="T65" fmla="*/ 490 h 897"/>
                <a:gd name="T66" fmla="*/ 634 w 869"/>
                <a:gd name="T67" fmla="*/ 709 h 897"/>
                <a:gd name="T68" fmla="*/ 630 w 869"/>
                <a:gd name="T69" fmla="*/ 800 h 897"/>
                <a:gd name="T70" fmla="*/ 620 w 869"/>
                <a:gd name="T71" fmla="*/ 838 h 897"/>
                <a:gd name="T72" fmla="*/ 588 w 869"/>
                <a:gd name="T73" fmla="*/ 885 h 897"/>
                <a:gd name="T74" fmla="*/ 575 w 869"/>
                <a:gd name="T75" fmla="*/ 897 h 897"/>
                <a:gd name="T76" fmla="*/ 862 w 869"/>
                <a:gd name="T77" fmla="*/ 897 h 897"/>
                <a:gd name="T78" fmla="*/ 838 w 869"/>
                <a:gd name="T79" fmla="*/ 869 h 897"/>
                <a:gd name="T80" fmla="*/ 821 w 869"/>
                <a:gd name="T81" fmla="*/ 839 h 897"/>
                <a:gd name="T82" fmla="*/ 810 w 869"/>
                <a:gd name="T83" fmla="*/ 758 h 897"/>
                <a:gd name="T84" fmla="*/ 809 w 869"/>
                <a:gd name="T85" fmla="*/ 712 h 897"/>
                <a:gd name="T86" fmla="*/ 810 w 869"/>
                <a:gd name="T87" fmla="*/ 218 h 897"/>
                <a:gd name="T88" fmla="*/ 810 w 869"/>
                <a:gd name="T89" fmla="*/ 16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69" h="897">
                  <a:moveTo>
                    <a:pt x="810" y="165"/>
                  </a:moveTo>
                  <a:lnTo>
                    <a:pt x="810" y="165"/>
                  </a:lnTo>
                  <a:cubicBezTo>
                    <a:pt x="810" y="125"/>
                    <a:pt x="813" y="95"/>
                    <a:pt x="819" y="70"/>
                  </a:cubicBezTo>
                  <a:cubicBezTo>
                    <a:pt x="823" y="59"/>
                    <a:pt x="828" y="48"/>
                    <a:pt x="834" y="37"/>
                  </a:cubicBezTo>
                  <a:cubicBezTo>
                    <a:pt x="843" y="22"/>
                    <a:pt x="850" y="14"/>
                    <a:pt x="869" y="0"/>
                  </a:cubicBezTo>
                  <a:lnTo>
                    <a:pt x="576" y="0"/>
                  </a:lnTo>
                  <a:cubicBezTo>
                    <a:pt x="593" y="14"/>
                    <a:pt x="599" y="20"/>
                    <a:pt x="609" y="36"/>
                  </a:cubicBezTo>
                  <a:cubicBezTo>
                    <a:pt x="616" y="46"/>
                    <a:pt x="621" y="57"/>
                    <a:pt x="624" y="67"/>
                  </a:cubicBezTo>
                  <a:cubicBezTo>
                    <a:pt x="631" y="88"/>
                    <a:pt x="634" y="115"/>
                    <a:pt x="634" y="162"/>
                  </a:cubicBezTo>
                  <a:lnTo>
                    <a:pt x="634" y="379"/>
                  </a:lnTo>
                  <a:lnTo>
                    <a:pt x="232" y="379"/>
                  </a:lnTo>
                  <a:lnTo>
                    <a:pt x="232" y="216"/>
                  </a:lnTo>
                  <a:cubicBezTo>
                    <a:pt x="232" y="166"/>
                    <a:pt x="232" y="134"/>
                    <a:pt x="234" y="109"/>
                  </a:cubicBezTo>
                  <a:cubicBezTo>
                    <a:pt x="235" y="95"/>
                    <a:pt x="238" y="82"/>
                    <a:pt x="241" y="70"/>
                  </a:cubicBezTo>
                  <a:cubicBezTo>
                    <a:pt x="247" y="51"/>
                    <a:pt x="264" y="24"/>
                    <a:pt x="278" y="9"/>
                  </a:cubicBezTo>
                  <a:cubicBezTo>
                    <a:pt x="280" y="7"/>
                    <a:pt x="284" y="4"/>
                    <a:pt x="288" y="0"/>
                  </a:cubicBezTo>
                  <a:lnTo>
                    <a:pt x="1" y="0"/>
                  </a:lnTo>
                  <a:cubicBezTo>
                    <a:pt x="18" y="17"/>
                    <a:pt x="23" y="23"/>
                    <a:pt x="30" y="34"/>
                  </a:cubicBezTo>
                  <a:cubicBezTo>
                    <a:pt x="37" y="43"/>
                    <a:pt x="42" y="53"/>
                    <a:pt x="46" y="64"/>
                  </a:cubicBezTo>
                  <a:cubicBezTo>
                    <a:pt x="53" y="87"/>
                    <a:pt x="55" y="100"/>
                    <a:pt x="56" y="159"/>
                  </a:cubicBezTo>
                  <a:lnTo>
                    <a:pt x="57" y="216"/>
                  </a:lnTo>
                  <a:lnTo>
                    <a:pt x="57" y="707"/>
                  </a:lnTo>
                  <a:cubicBezTo>
                    <a:pt x="57" y="757"/>
                    <a:pt x="56" y="779"/>
                    <a:pt x="53" y="802"/>
                  </a:cubicBezTo>
                  <a:cubicBezTo>
                    <a:pt x="51" y="814"/>
                    <a:pt x="48" y="825"/>
                    <a:pt x="44" y="838"/>
                  </a:cubicBezTo>
                  <a:cubicBezTo>
                    <a:pt x="37" y="857"/>
                    <a:pt x="26" y="872"/>
                    <a:pt x="9" y="888"/>
                  </a:cubicBezTo>
                  <a:cubicBezTo>
                    <a:pt x="7" y="890"/>
                    <a:pt x="4" y="893"/>
                    <a:pt x="0" y="897"/>
                  </a:cubicBezTo>
                  <a:lnTo>
                    <a:pt x="284" y="897"/>
                  </a:lnTo>
                  <a:cubicBezTo>
                    <a:pt x="271" y="884"/>
                    <a:pt x="267" y="878"/>
                    <a:pt x="260" y="867"/>
                  </a:cubicBezTo>
                  <a:cubicBezTo>
                    <a:pt x="254" y="859"/>
                    <a:pt x="249" y="849"/>
                    <a:pt x="245" y="839"/>
                  </a:cubicBezTo>
                  <a:cubicBezTo>
                    <a:pt x="236" y="815"/>
                    <a:pt x="233" y="799"/>
                    <a:pt x="232" y="761"/>
                  </a:cubicBezTo>
                  <a:cubicBezTo>
                    <a:pt x="232" y="741"/>
                    <a:pt x="232" y="724"/>
                    <a:pt x="232" y="707"/>
                  </a:cubicBezTo>
                  <a:lnTo>
                    <a:pt x="232" y="490"/>
                  </a:lnTo>
                  <a:lnTo>
                    <a:pt x="634" y="490"/>
                  </a:lnTo>
                  <a:lnTo>
                    <a:pt x="634" y="709"/>
                  </a:lnTo>
                  <a:cubicBezTo>
                    <a:pt x="634" y="757"/>
                    <a:pt x="633" y="775"/>
                    <a:pt x="630" y="800"/>
                  </a:cubicBezTo>
                  <a:cubicBezTo>
                    <a:pt x="628" y="813"/>
                    <a:pt x="625" y="826"/>
                    <a:pt x="620" y="838"/>
                  </a:cubicBezTo>
                  <a:cubicBezTo>
                    <a:pt x="613" y="855"/>
                    <a:pt x="603" y="871"/>
                    <a:pt x="588" y="885"/>
                  </a:cubicBezTo>
                  <a:cubicBezTo>
                    <a:pt x="585" y="888"/>
                    <a:pt x="581" y="892"/>
                    <a:pt x="575" y="897"/>
                  </a:cubicBezTo>
                  <a:lnTo>
                    <a:pt x="862" y="897"/>
                  </a:lnTo>
                  <a:cubicBezTo>
                    <a:pt x="850" y="885"/>
                    <a:pt x="846" y="880"/>
                    <a:pt x="838" y="869"/>
                  </a:cubicBezTo>
                  <a:cubicBezTo>
                    <a:pt x="831" y="859"/>
                    <a:pt x="825" y="849"/>
                    <a:pt x="821" y="839"/>
                  </a:cubicBezTo>
                  <a:cubicBezTo>
                    <a:pt x="813" y="818"/>
                    <a:pt x="811" y="803"/>
                    <a:pt x="810" y="758"/>
                  </a:cubicBezTo>
                  <a:cubicBezTo>
                    <a:pt x="809" y="732"/>
                    <a:pt x="809" y="717"/>
                    <a:pt x="809" y="712"/>
                  </a:cubicBezTo>
                  <a:lnTo>
                    <a:pt x="810" y="218"/>
                  </a:lnTo>
                  <a:lnTo>
                    <a:pt x="810" y="16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5" name="Freeform 8">
              <a:extLst>
                <a:ext uri="{FF2B5EF4-FFF2-40B4-BE49-F238E27FC236}">
                  <a16:creationId xmlns:a16="http://schemas.microsoft.com/office/drawing/2014/main" id="{22BAD130-06B7-4B98-A7FA-9C49C61A48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2" y="197"/>
              <a:ext cx="73" cy="80"/>
            </a:xfrm>
            <a:custGeom>
              <a:avLst/>
              <a:gdLst>
                <a:gd name="T0" fmla="*/ 408 w 822"/>
                <a:gd name="T1" fmla="*/ 395 h 897"/>
                <a:gd name="T2" fmla="*/ 408 w 822"/>
                <a:gd name="T3" fmla="*/ 395 h 897"/>
                <a:gd name="T4" fmla="*/ 295 w 822"/>
                <a:gd name="T5" fmla="*/ 431 h 897"/>
                <a:gd name="T6" fmla="*/ 248 w 822"/>
                <a:gd name="T7" fmla="*/ 435 h 897"/>
                <a:gd name="T8" fmla="*/ 233 w 822"/>
                <a:gd name="T9" fmla="*/ 435 h 897"/>
                <a:gd name="T10" fmla="*/ 233 w 822"/>
                <a:gd name="T11" fmla="*/ 103 h 897"/>
                <a:gd name="T12" fmla="*/ 257 w 822"/>
                <a:gd name="T13" fmla="*/ 102 h 897"/>
                <a:gd name="T14" fmla="*/ 378 w 822"/>
                <a:gd name="T15" fmla="*/ 117 h 897"/>
                <a:gd name="T16" fmla="*/ 439 w 822"/>
                <a:gd name="T17" fmla="*/ 149 h 897"/>
                <a:gd name="T18" fmla="*/ 485 w 822"/>
                <a:gd name="T19" fmla="*/ 260 h 897"/>
                <a:gd name="T20" fmla="*/ 450 w 822"/>
                <a:gd name="T21" fmla="*/ 361 h 897"/>
                <a:gd name="T22" fmla="*/ 408 w 822"/>
                <a:gd name="T23" fmla="*/ 395 h 897"/>
                <a:gd name="T24" fmla="*/ 408 w 822"/>
                <a:gd name="T25" fmla="*/ 395 h 897"/>
                <a:gd name="T26" fmla="*/ 750 w 822"/>
                <a:gd name="T27" fmla="*/ 835 h 897"/>
                <a:gd name="T28" fmla="*/ 750 w 822"/>
                <a:gd name="T29" fmla="*/ 835 h 897"/>
                <a:gd name="T30" fmla="*/ 649 w 822"/>
                <a:gd name="T31" fmla="*/ 730 h 897"/>
                <a:gd name="T32" fmla="*/ 583 w 822"/>
                <a:gd name="T33" fmla="*/ 657 h 897"/>
                <a:gd name="T34" fmla="*/ 444 w 822"/>
                <a:gd name="T35" fmla="*/ 493 h 897"/>
                <a:gd name="T36" fmla="*/ 484 w 822"/>
                <a:gd name="T37" fmla="*/ 480 h 897"/>
                <a:gd name="T38" fmla="*/ 594 w 822"/>
                <a:gd name="T39" fmla="*/ 416 h 897"/>
                <a:gd name="T40" fmla="*/ 665 w 822"/>
                <a:gd name="T41" fmla="*/ 313 h 897"/>
                <a:gd name="T42" fmla="*/ 676 w 822"/>
                <a:gd name="T43" fmla="*/ 244 h 897"/>
                <a:gd name="T44" fmla="*/ 615 w 822"/>
                <a:gd name="T45" fmla="*/ 97 h 897"/>
                <a:gd name="T46" fmla="*/ 470 w 822"/>
                <a:gd name="T47" fmla="*/ 16 h 897"/>
                <a:gd name="T48" fmla="*/ 316 w 822"/>
                <a:gd name="T49" fmla="*/ 1 h 897"/>
                <a:gd name="T50" fmla="*/ 233 w 822"/>
                <a:gd name="T51" fmla="*/ 0 h 897"/>
                <a:gd name="T52" fmla="*/ 2 w 822"/>
                <a:gd name="T53" fmla="*/ 0 h 897"/>
                <a:gd name="T54" fmla="*/ 32 w 822"/>
                <a:gd name="T55" fmla="*/ 33 h 897"/>
                <a:gd name="T56" fmla="*/ 47 w 822"/>
                <a:gd name="T57" fmla="*/ 66 h 897"/>
                <a:gd name="T58" fmla="*/ 56 w 822"/>
                <a:gd name="T59" fmla="*/ 162 h 897"/>
                <a:gd name="T60" fmla="*/ 56 w 822"/>
                <a:gd name="T61" fmla="*/ 750 h 897"/>
                <a:gd name="T62" fmla="*/ 46 w 822"/>
                <a:gd name="T63" fmla="*/ 837 h 897"/>
                <a:gd name="T64" fmla="*/ 31 w 822"/>
                <a:gd name="T65" fmla="*/ 865 h 897"/>
                <a:gd name="T66" fmla="*/ 0 w 822"/>
                <a:gd name="T67" fmla="*/ 897 h 897"/>
                <a:gd name="T68" fmla="*/ 285 w 822"/>
                <a:gd name="T69" fmla="*/ 897 h 897"/>
                <a:gd name="T70" fmla="*/ 261 w 822"/>
                <a:gd name="T71" fmla="*/ 867 h 897"/>
                <a:gd name="T72" fmla="*/ 245 w 822"/>
                <a:gd name="T73" fmla="*/ 840 h 897"/>
                <a:gd name="T74" fmla="*/ 234 w 822"/>
                <a:gd name="T75" fmla="*/ 757 h 897"/>
                <a:gd name="T76" fmla="*/ 233 w 822"/>
                <a:gd name="T77" fmla="*/ 712 h 897"/>
                <a:gd name="T78" fmla="*/ 233 w 822"/>
                <a:gd name="T79" fmla="*/ 510 h 897"/>
                <a:gd name="T80" fmla="*/ 400 w 822"/>
                <a:gd name="T81" fmla="*/ 710 h 897"/>
                <a:gd name="T82" fmla="*/ 437 w 822"/>
                <a:gd name="T83" fmla="*/ 753 h 897"/>
                <a:gd name="T84" fmla="*/ 481 w 822"/>
                <a:gd name="T85" fmla="*/ 801 h 897"/>
                <a:gd name="T86" fmla="*/ 573 w 822"/>
                <a:gd name="T87" fmla="*/ 875 h 897"/>
                <a:gd name="T88" fmla="*/ 662 w 822"/>
                <a:gd name="T89" fmla="*/ 896 h 897"/>
                <a:gd name="T90" fmla="*/ 709 w 822"/>
                <a:gd name="T91" fmla="*/ 897 h 897"/>
                <a:gd name="T92" fmla="*/ 822 w 822"/>
                <a:gd name="T93" fmla="*/ 897 h 897"/>
                <a:gd name="T94" fmla="*/ 789 w 822"/>
                <a:gd name="T95" fmla="*/ 870 h 897"/>
                <a:gd name="T96" fmla="*/ 750 w 822"/>
                <a:gd name="T97" fmla="*/ 83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2" h="897">
                  <a:moveTo>
                    <a:pt x="408" y="395"/>
                  </a:moveTo>
                  <a:lnTo>
                    <a:pt x="408" y="395"/>
                  </a:lnTo>
                  <a:cubicBezTo>
                    <a:pt x="376" y="413"/>
                    <a:pt x="343" y="424"/>
                    <a:pt x="295" y="431"/>
                  </a:cubicBezTo>
                  <a:cubicBezTo>
                    <a:pt x="277" y="434"/>
                    <a:pt x="261" y="435"/>
                    <a:pt x="248" y="435"/>
                  </a:cubicBezTo>
                  <a:cubicBezTo>
                    <a:pt x="243" y="435"/>
                    <a:pt x="240" y="435"/>
                    <a:pt x="233" y="435"/>
                  </a:cubicBezTo>
                  <a:lnTo>
                    <a:pt x="233" y="103"/>
                  </a:lnTo>
                  <a:cubicBezTo>
                    <a:pt x="245" y="102"/>
                    <a:pt x="249" y="102"/>
                    <a:pt x="257" y="102"/>
                  </a:cubicBezTo>
                  <a:cubicBezTo>
                    <a:pt x="301" y="102"/>
                    <a:pt x="344" y="107"/>
                    <a:pt x="378" y="117"/>
                  </a:cubicBezTo>
                  <a:cubicBezTo>
                    <a:pt x="400" y="123"/>
                    <a:pt x="421" y="135"/>
                    <a:pt x="439" y="149"/>
                  </a:cubicBezTo>
                  <a:cubicBezTo>
                    <a:pt x="469" y="175"/>
                    <a:pt x="485" y="213"/>
                    <a:pt x="485" y="260"/>
                  </a:cubicBezTo>
                  <a:cubicBezTo>
                    <a:pt x="485" y="300"/>
                    <a:pt x="473" y="335"/>
                    <a:pt x="450" y="361"/>
                  </a:cubicBezTo>
                  <a:cubicBezTo>
                    <a:pt x="439" y="373"/>
                    <a:pt x="425" y="385"/>
                    <a:pt x="408" y="395"/>
                  </a:cubicBezTo>
                  <a:lnTo>
                    <a:pt x="408" y="395"/>
                  </a:lnTo>
                  <a:close/>
                  <a:moveTo>
                    <a:pt x="750" y="835"/>
                  </a:moveTo>
                  <a:lnTo>
                    <a:pt x="750" y="835"/>
                  </a:lnTo>
                  <a:cubicBezTo>
                    <a:pt x="719" y="804"/>
                    <a:pt x="691" y="776"/>
                    <a:pt x="649" y="730"/>
                  </a:cubicBezTo>
                  <a:cubicBezTo>
                    <a:pt x="622" y="702"/>
                    <a:pt x="600" y="677"/>
                    <a:pt x="583" y="657"/>
                  </a:cubicBezTo>
                  <a:lnTo>
                    <a:pt x="444" y="493"/>
                  </a:lnTo>
                  <a:cubicBezTo>
                    <a:pt x="461" y="488"/>
                    <a:pt x="468" y="486"/>
                    <a:pt x="484" y="480"/>
                  </a:cubicBezTo>
                  <a:cubicBezTo>
                    <a:pt x="529" y="462"/>
                    <a:pt x="563" y="442"/>
                    <a:pt x="594" y="416"/>
                  </a:cubicBezTo>
                  <a:cubicBezTo>
                    <a:pt x="630" y="386"/>
                    <a:pt x="652" y="354"/>
                    <a:pt x="665" y="313"/>
                  </a:cubicBezTo>
                  <a:cubicBezTo>
                    <a:pt x="673" y="291"/>
                    <a:pt x="676" y="267"/>
                    <a:pt x="676" y="244"/>
                  </a:cubicBezTo>
                  <a:cubicBezTo>
                    <a:pt x="676" y="189"/>
                    <a:pt x="656" y="139"/>
                    <a:pt x="615" y="97"/>
                  </a:cubicBezTo>
                  <a:cubicBezTo>
                    <a:pt x="579" y="58"/>
                    <a:pt x="527" y="30"/>
                    <a:pt x="470" y="16"/>
                  </a:cubicBezTo>
                  <a:cubicBezTo>
                    <a:pt x="429" y="7"/>
                    <a:pt x="388" y="2"/>
                    <a:pt x="316" y="1"/>
                  </a:cubicBezTo>
                  <a:cubicBezTo>
                    <a:pt x="289" y="0"/>
                    <a:pt x="262" y="0"/>
                    <a:pt x="233" y="0"/>
                  </a:cubicBezTo>
                  <a:lnTo>
                    <a:pt x="2" y="0"/>
                  </a:lnTo>
                  <a:cubicBezTo>
                    <a:pt x="17" y="14"/>
                    <a:pt x="23" y="20"/>
                    <a:pt x="32" y="33"/>
                  </a:cubicBezTo>
                  <a:cubicBezTo>
                    <a:pt x="38" y="44"/>
                    <a:pt x="44" y="55"/>
                    <a:pt x="47" y="66"/>
                  </a:cubicBezTo>
                  <a:cubicBezTo>
                    <a:pt x="53" y="86"/>
                    <a:pt x="56" y="114"/>
                    <a:pt x="56" y="162"/>
                  </a:cubicBezTo>
                  <a:lnTo>
                    <a:pt x="56" y="750"/>
                  </a:lnTo>
                  <a:cubicBezTo>
                    <a:pt x="56" y="793"/>
                    <a:pt x="53" y="817"/>
                    <a:pt x="46" y="837"/>
                  </a:cubicBezTo>
                  <a:cubicBezTo>
                    <a:pt x="42" y="847"/>
                    <a:pt x="37" y="857"/>
                    <a:pt x="31" y="865"/>
                  </a:cubicBezTo>
                  <a:cubicBezTo>
                    <a:pt x="22" y="876"/>
                    <a:pt x="17" y="882"/>
                    <a:pt x="0" y="897"/>
                  </a:cubicBezTo>
                  <a:lnTo>
                    <a:pt x="285" y="897"/>
                  </a:lnTo>
                  <a:cubicBezTo>
                    <a:pt x="273" y="883"/>
                    <a:pt x="269" y="878"/>
                    <a:pt x="261" y="867"/>
                  </a:cubicBezTo>
                  <a:cubicBezTo>
                    <a:pt x="254" y="859"/>
                    <a:pt x="249" y="850"/>
                    <a:pt x="245" y="840"/>
                  </a:cubicBezTo>
                  <a:cubicBezTo>
                    <a:pt x="238" y="820"/>
                    <a:pt x="234" y="799"/>
                    <a:pt x="234" y="757"/>
                  </a:cubicBezTo>
                  <a:cubicBezTo>
                    <a:pt x="234" y="744"/>
                    <a:pt x="233" y="729"/>
                    <a:pt x="233" y="712"/>
                  </a:cubicBezTo>
                  <a:lnTo>
                    <a:pt x="233" y="510"/>
                  </a:lnTo>
                  <a:lnTo>
                    <a:pt x="400" y="710"/>
                  </a:lnTo>
                  <a:cubicBezTo>
                    <a:pt x="407" y="719"/>
                    <a:pt x="420" y="734"/>
                    <a:pt x="437" y="753"/>
                  </a:cubicBezTo>
                  <a:cubicBezTo>
                    <a:pt x="456" y="775"/>
                    <a:pt x="471" y="791"/>
                    <a:pt x="481" y="801"/>
                  </a:cubicBezTo>
                  <a:cubicBezTo>
                    <a:pt x="513" y="835"/>
                    <a:pt x="543" y="859"/>
                    <a:pt x="573" y="875"/>
                  </a:cubicBezTo>
                  <a:cubicBezTo>
                    <a:pt x="599" y="889"/>
                    <a:pt x="624" y="895"/>
                    <a:pt x="662" y="896"/>
                  </a:cubicBezTo>
                  <a:cubicBezTo>
                    <a:pt x="677" y="897"/>
                    <a:pt x="693" y="897"/>
                    <a:pt x="709" y="897"/>
                  </a:cubicBezTo>
                  <a:lnTo>
                    <a:pt x="822" y="897"/>
                  </a:lnTo>
                  <a:cubicBezTo>
                    <a:pt x="807" y="885"/>
                    <a:pt x="800" y="880"/>
                    <a:pt x="789" y="870"/>
                  </a:cubicBezTo>
                  <a:cubicBezTo>
                    <a:pt x="777" y="859"/>
                    <a:pt x="764" y="848"/>
                    <a:pt x="750" y="83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6" name="Freeform 9">
              <a:extLst>
                <a:ext uri="{FF2B5EF4-FFF2-40B4-BE49-F238E27FC236}">
                  <a16:creationId xmlns:a16="http://schemas.microsoft.com/office/drawing/2014/main" id="{B2C92086-E8E6-45CA-9506-D040302490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9" y="195"/>
              <a:ext cx="68" cy="84"/>
            </a:xfrm>
            <a:custGeom>
              <a:avLst/>
              <a:gdLst>
                <a:gd name="T0" fmla="*/ 668 w 765"/>
                <a:gd name="T1" fmla="*/ 790 h 944"/>
                <a:gd name="T2" fmla="*/ 668 w 765"/>
                <a:gd name="T3" fmla="*/ 790 h 944"/>
                <a:gd name="T4" fmla="*/ 512 w 765"/>
                <a:gd name="T5" fmla="*/ 823 h 944"/>
                <a:gd name="T6" fmla="*/ 281 w 765"/>
                <a:gd name="T7" fmla="*/ 727 h 944"/>
                <a:gd name="T8" fmla="*/ 191 w 765"/>
                <a:gd name="T9" fmla="*/ 478 h 944"/>
                <a:gd name="T10" fmla="*/ 272 w 765"/>
                <a:gd name="T11" fmla="*/ 236 h 944"/>
                <a:gd name="T12" fmla="*/ 354 w 765"/>
                <a:gd name="T13" fmla="*/ 170 h 944"/>
                <a:gd name="T14" fmla="*/ 527 w 765"/>
                <a:gd name="T15" fmla="*/ 126 h 944"/>
                <a:gd name="T16" fmla="*/ 688 w 765"/>
                <a:gd name="T17" fmla="*/ 159 h 944"/>
                <a:gd name="T18" fmla="*/ 762 w 765"/>
                <a:gd name="T19" fmla="*/ 199 h 944"/>
                <a:gd name="T20" fmla="*/ 762 w 765"/>
                <a:gd name="T21" fmla="*/ 31 h 944"/>
                <a:gd name="T22" fmla="*/ 708 w 765"/>
                <a:gd name="T23" fmla="*/ 16 h 944"/>
                <a:gd name="T24" fmla="*/ 550 w 765"/>
                <a:gd name="T25" fmla="*/ 0 h 944"/>
                <a:gd name="T26" fmla="*/ 294 w 765"/>
                <a:gd name="T27" fmla="*/ 48 h 944"/>
                <a:gd name="T28" fmla="*/ 171 w 765"/>
                <a:gd name="T29" fmla="*/ 121 h 944"/>
                <a:gd name="T30" fmla="*/ 0 w 765"/>
                <a:gd name="T31" fmla="*/ 488 h 944"/>
                <a:gd name="T32" fmla="*/ 164 w 765"/>
                <a:gd name="T33" fmla="*/ 840 h 944"/>
                <a:gd name="T34" fmla="*/ 499 w 765"/>
                <a:gd name="T35" fmla="*/ 944 h 944"/>
                <a:gd name="T36" fmla="*/ 751 w 765"/>
                <a:gd name="T37" fmla="*/ 904 h 944"/>
                <a:gd name="T38" fmla="*/ 765 w 765"/>
                <a:gd name="T39" fmla="*/ 899 h 944"/>
                <a:gd name="T40" fmla="*/ 765 w 765"/>
                <a:gd name="T41" fmla="*/ 736 h 944"/>
                <a:gd name="T42" fmla="*/ 724 w 765"/>
                <a:gd name="T43" fmla="*/ 763 h 944"/>
                <a:gd name="T44" fmla="*/ 668 w 765"/>
                <a:gd name="T45" fmla="*/ 790 h 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65" h="944">
                  <a:moveTo>
                    <a:pt x="668" y="790"/>
                  </a:moveTo>
                  <a:lnTo>
                    <a:pt x="668" y="790"/>
                  </a:lnTo>
                  <a:cubicBezTo>
                    <a:pt x="614" y="813"/>
                    <a:pt x="565" y="823"/>
                    <a:pt x="512" y="823"/>
                  </a:cubicBezTo>
                  <a:cubicBezTo>
                    <a:pt x="419" y="823"/>
                    <a:pt x="340" y="790"/>
                    <a:pt x="281" y="727"/>
                  </a:cubicBezTo>
                  <a:cubicBezTo>
                    <a:pt x="222" y="664"/>
                    <a:pt x="191" y="577"/>
                    <a:pt x="191" y="478"/>
                  </a:cubicBezTo>
                  <a:cubicBezTo>
                    <a:pt x="191" y="384"/>
                    <a:pt x="220" y="297"/>
                    <a:pt x="272" y="236"/>
                  </a:cubicBezTo>
                  <a:cubicBezTo>
                    <a:pt x="295" y="210"/>
                    <a:pt x="322" y="187"/>
                    <a:pt x="354" y="170"/>
                  </a:cubicBezTo>
                  <a:cubicBezTo>
                    <a:pt x="404" y="141"/>
                    <a:pt x="463" y="126"/>
                    <a:pt x="527" y="126"/>
                  </a:cubicBezTo>
                  <a:cubicBezTo>
                    <a:pt x="582" y="126"/>
                    <a:pt x="635" y="137"/>
                    <a:pt x="688" y="159"/>
                  </a:cubicBezTo>
                  <a:cubicBezTo>
                    <a:pt x="722" y="172"/>
                    <a:pt x="734" y="179"/>
                    <a:pt x="762" y="199"/>
                  </a:cubicBezTo>
                  <a:lnTo>
                    <a:pt x="762" y="31"/>
                  </a:lnTo>
                  <a:cubicBezTo>
                    <a:pt x="740" y="24"/>
                    <a:pt x="731" y="21"/>
                    <a:pt x="708" y="16"/>
                  </a:cubicBezTo>
                  <a:cubicBezTo>
                    <a:pt x="656" y="5"/>
                    <a:pt x="606" y="0"/>
                    <a:pt x="550" y="0"/>
                  </a:cubicBezTo>
                  <a:cubicBezTo>
                    <a:pt x="453" y="0"/>
                    <a:pt x="370" y="16"/>
                    <a:pt x="294" y="48"/>
                  </a:cubicBezTo>
                  <a:cubicBezTo>
                    <a:pt x="249" y="67"/>
                    <a:pt x="207" y="91"/>
                    <a:pt x="171" y="121"/>
                  </a:cubicBezTo>
                  <a:cubicBezTo>
                    <a:pt x="60" y="210"/>
                    <a:pt x="0" y="339"/>
                    <a:pt x="0" y="488"/>
                  </a:cubicBezTo>
                  <a:cubicBezTo>
                    <a:pt x="0" y="632"/>
                    <a:pt x="58" y="756"/>
                    <a:pt x="164" y="840"/>
                  </a:cubicBezTo>
                  <a:cubicBezTo>
                    <a:pt x="251" y="909"/>
                    <a:pt x="364" y="944"/>
                    <a:pt x="499" y="944"/>
                  </a:cubicBezTo>
                  <a:cubicBezTo>
                    <a:pt x="583" y="944"/>
                    <a:pt x="662" y="931"/>
                    <a:pt x="751" y="904"/>
                  </a:cubicBezTo>
                  <a:cubicBezTo>
                    <a:pt x="754" y="903"/>
                    <a:pt x="759" y="901"/>
                    <a:pt x="765" y="899"/>
                  </a:cubicBezTo>
                  <a:lnTo>
                    <a:pt x="765" y="736"/>
                  </a:lnTo>
                  <a:cubicBezTo>
                    <a:pt x="744" y="750"/>
                    <a:pt x="736" y="755"/>
                    <a:pt x="724" y="763"/>
                  </a:cubicBezTo>
                  <a:cubicBezTo>
                    <a:pt x="706" y="773"/>
                    <a:pt x="688" y="782"/>
                    <a:pt x="668" y="79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7" name="Freeform 10">
              <a:extLst>
                <a:ext uri="{FF2B5EF4-FFF2-40B4-BE49-F238E27FC236}">
                  <a16:creationId xmlns:a16="http://schemas.microsoft.com/office/drawing/2014/main" id="{FE1CCEE6-F726-450D-ABC0-E20EBB9E50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1" y="197"/>
              <a:ext cx="78" cy="83"/>
            </a:xfrm>
            <a:custGeom>
              <a:avLst/>
              <a:gdLst>
                <a:gd name="T0" fmla="*/ 631 w 885"/>
                <a:gd name="T1" fmla="*/ 34 h 927"/>
                <a:gd name="T2" fmla="*/ 631 w 885"/>
                <a:gd name="T3" fmla="*/ 34 h 927"/>
                <a:gd name="T4" fmla="*/ 644 w 885"/>
                <a:gd name="T5" fmla="*/ 65 h 927"/>
                <a:gd name="T6" fmla="*/ 652 w 885"/>
                <a:gd name="T7" fmla="*/ 159 h 927"/>
                <a:gd name="T8" fmla="*/ 652 w 885"/>
                <a:gd name="T9" fmla="*/ 500 h 927"/>
                <a:gd name="T10" fmla="*/ 645 w 885"/>
                <a:gd name="T11" fmla="*/ 652 h 927"/>
                <a:gd name="T12" fmla="*/ 621 w 885"/>
                <a:gd name="T13" fmla="*/ 718 h 927"/>
                <a:gd name="T14" fmla="*/ 511 w 885"/>
                <a:gd name="T15" fmla="*/ 795 h 927"/>
                <a:gd name="T16" fmla="*/ 448 w 885"/>
                <a:gd name="T17" fmla="*/ 802 h 927"/>
                <a:gd name="T18" fmla="*/ 272 w 885"/>
                <a:gd name="T19" fmla="*/ 726 h 927"/>
                <a:gd name="T20" fmla="*/ 240 w 885"/>
                <a:gd name="T21" fmla="*/ 562 h 927"/>
                <a:gd name="T22" fmla="*/ 239 w 885"/>
                <a:gd name="T23" fmla="*/ 488 h 927"/>
                <a:gd name="T24" fmla="*/ 239 w 885"/>
                <a:gd name="T25" fmla="*/ 218 h 927"/>
                <a:gd name="T26" fmla="*/ 241 w 885"/>
                <a:gd name="T27" fmla="*/ 114 h 927"/>
                <a:gd name="T28" fmla="*/ 248 w 885"/>
                <a:gd name="T29" fmla="*/ 73 h 927"/>
                <a:gd name="T30" fmla="*/ 284 w 885"/>
                <a:gd name="T31" fmla="*/ 8 h 927"/>
                <a:gd name="T32" fmla="*/ 291 w 885"/>
                <a:gd name="T33" fmla="*/ 0 h 927"/>
                <a:gd name="T34" fmla="*/ 0 w 885"/>
                <a:gd name="T35" fmla="*/ 0 h 927"/>
                <a:gd name="T36" fmla="*/ 32 w 885"/>
                <a:gd name="T37" fmla="*/ 36 h 927"/>
                <a:gd name="T38" fmla="*/ 45 w 885"/>
                <a:gd name="T39" fmla="*/ 67 h 927"/>
                <a:gd name="T40" fmla="*/ 51 w 885"/>
                <a:gd name="T41" fmla="*/ 109 h 927"/>
                <a:gd name="T42" fmla="*/ 51 w 885"/>
                <a:gd name="T43" fmla="*/ 164 h 927"/>
                <a:gd name="T44" fmla="*/ 52 w 885"/>
                <a:gd name="T45" fmla="*/ 216 h 927"/>
                <a:gd name="T46" fmla="*/ 52 w 885"/>
                <a:gd name="T47" fmla="*/ 473 h 927"/>
                <a:gd name="T48" fmla="*/ 55 w 885"/>
                <a:gd name="T49" fmla="*/ 631 h 927"/>
                <a:gd name="T50" fmla="*/ 118 w 885"/>
                <a:gd name="T51" fmla="*/ 796 h 927"/>
                <a:gd name="T52" fmla="*/ 435 w 885"/>
                <a:gd name="T53" fmla="*/ 927 h 927"/>
                <a:gd name="T54" fmla="*/ 615 w 885"/>
                <a:gd name="T55" fmla="*/ 898 h 927"/>
                <a:gd name="T56" fmla="*/ 748 w 885"/>
                <a:gd name="T57" fmla="*/ 809 h 927"/>
                <a:gd name="T58" fmla="*/ 821 w 885"/>
                <a:gd name="T59" fmla="*/ 635 h 927"/>
                <a:gd name="T60" fmla="*/ 827 w 885"/>
                <a:gd name="T61" fmla="*/ 475 h 927"/>
                <a:gd name="T62" fmla="*/ 827 w 885"/>
                <a:gd name="T63" fmla="*/ 217 h 927"/>
                <a:gd name="T64" fmla="*/ 826 w 885"/>
                <a:gd name="T65" fmla="*/ 165 h 927"/>
                <a:gd name="T66" fmla="*/ 826 w 885"/>
                <a:gd name="T67" fmla="*/ 155 h 927"/>
                <a:gd name="T68" fmla="*/ 834 w 885"/>
                <a:gd name="T69" fmla="*/ 73 h 927"/>
                <a:gd name="T70" fmla="*/ 849 w 885"/>
                <a:gd name="T71" fmla="*/ 37 h 927"/>
                <a:gd name="T72" fmla="*/ 885 w 885"/>
                <a:gd name="T73" fmla="*/ 0 h 927"/>
                <a:gd name="T74" fmla="*/ 599 w 885"/>
                <a:gd name="T75" fmla="*/ 0 h 927"/>
                <a:gd name="T76" fmla="*/ 631 w 885"/>
                <a:gd name="T77" fmla="*/ 34 h 9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85" h="927">
                  <a:moveTo>
                    <a:pt x="631" y="34"/>
                  </a:moveTo>
                  <a:lnTo>
                    <a:pt x="631" y="34"/>
                  </a:lnTo>
                  <a:cubicBezTo>
                    <a:pt x="637" y="44"/>
                    <a:pt x="641" y="54"/>
                    <a:pt x="644" y="65"/>
                  </a:cubicBezTo>
                  <a:cubicBezTo>
                    <a:pt x="650" y="87"/>
                    <a:pt x="652" y="108"/>
                    <a:pt x="652" y="159"/>
                  </a:cubicBezTo>
                  <a:lnTo>
                    <a:pt x="652" y="500"/>
                  </a:lnTo>
                  <a:cubicBezTo>
                    <a:pt x="652" y="573"/>
                    <a:pt x="650" y="617"/>
                    <a:pt x="645" y="652"/>
                  </a:cubicBezTo>
                  <a:cubicBezTo>
                    <a:pt x="641" y="676"/>
                    <a:pt x="633" y="698"/>
                    <a:pt x="621" y="718"/>
                  </a:cubicBezTo>
                  <a:cubicBezTo>
                    <a:pt x="600" y="755"/>
                    <a:pt x="559" y="783"/>
                    <a:pt x="511" y="795"/>
                  </a:cubicBezTo>
                  <a:cubicBezTo>
                    <a:pt x="492" y="800"/>
                    <a:pt x="470" y="802"/>
                    <a:pt x="448" y="802"/>
                  </a:cubicBezTo>
                  <a:cubicBezTo>
                    <a:pt x="371" y="802"/>
                    <a:pt x="304" y="773"/>
                    <a:pt x="272" y="726"/>
                  </a:cubicBezTo>
                  <a:cubicBezTo>
                    <a:pt x="248" y="690"/>
                    <a:pt x="241" y="655"/>
                    <a:pt x="240" y="562"/>
                  </a:cubicBezTo>
                  <a:lnTo>
                    <a:pt x="239" y="488"/>
                  </a:lnTo>
                  <a:lnTo>
                    <a:pt x="239" y="218"/>
                  </a:lnTo>
                  <a:cubicBezTo>
                    <a:pt x="239" y="166"/>
                    <a:pt x="239" y="141"/>
                    <a:pt x="241" y="114"/>
                  </a:cubicBezTo>
                  <a:cubicBezTo>
                    <a:pt x="242" y="98"/>
                    <a:pt x="244" y="84"/>
                    <a:pt x="248" y="73"/>
                  </a:cubicBezTo>
                  <a:cubicBezTo>
                    <a:pt x="254" y="52"/>
                    <a:pt x="269" y="25"/>
                    <a:pt x="284" y="8"/>
                  </a:cubicBezTo>
                  <a:cubicBezTo>
                    <a:pt x="286" y="6"/>
                    <a:pt x="288" y="3"/>
                    <a:pt x="291" y="0"/>
                  </a:cubicBezTo>
                  <a:lnTo>
                    <a:pt x="0" y="0"/>
                  </a:lnTo>
                  <a:cubicBezTo>
                    <a:pt x="18" y="15"/>
                    <a:pt x="23" y="21"/>
                    <a:pt x="32" y="36"/>
                  </a:cubicBezTo>
                  <a:cubicBezTo>
                    <a:pt x="38" y="46"/>
                    <a:pt x="42" y="56"/>
                    <a:pt x="45" y="67"/>
                  </a:cubicBezTo>
                  <a:cubicBezTo>
                    <a:pt x="48" y="81"/>
                    <a:pt x="51" y="95"/>
                    <a:pt x="51" y="109"/>
                  </a:cubicBezTo>
                  <a:cubicBezTo>
                    <a:pt x="51" y="117"/>
                    <a:pt x="51" y="136"/>
                    <a:pt x="51" y="164"/>
                  </a:cubicBezTo>
                  <a:lnTo>
                    <a:pt x="52" y="216"/>
                  </a:lnTo>
                  <a:lnTo>
                    <a:pt x="52" y="473"/>
                  </a:lnTo>
                  <a:cubicBezTo>
                    <a:pt x="52" y="569"/>
                    <a:pt x="52" y="593"/>
                    <a:pt x="55" y="631"/>
                  </a:cubicBezTo>
                  <a:cubicBezTo>
                    <a:pt x="61" y="697"/>
                    <a:pt x="80" y="749"/>
                    <a:pt x="118" y="796"/>
                  </a:cubicBezTo>
                  <a:cubicBezTo>
                    <a:pt x="186" y="882"/>
                    <a:pt x="295" y="927"/>
                    <a:pt x="435" y="927"/>
                  </a:cubicBezTo>
                  <a:cubicBezTo>
                    <a:pt x="501" y="927"/>
                    <a:pt x="566" y="916"/>
                    <a:pt x="615" y="898"/>
                  </a:cubicBezTo>
                  <a:cubicBezTo>
                    <a:pt x="667" y="879"/>
                    <a:pt x="714" y="847"/>
                    <a:pt x="748" y="809"/>
                  </a:cubicBezTo>
                  <a:cubicBezTo>
                    <a:pt x="790" y="763"/>
                    <a:pt x="814" y="705"/>
                    <a:pt x="821" y="635"/>
                  </a:cubicBezTo>
                  <a:cubicBezTo>
                    <a:pt x="825" y="594"/>
                    <a:pt x="827" y="545"/>
                    <a:pt x="827" y="475"/>
                  </a:cubicBezTo>
                  <a:lnTo>
                    <a:pt x="827" y="217"/>
                  </a:lnTo>
                  <a:lnTo>
                    <a:pt x="826" y="165"/>
                  </a:lnTo>
                  <a:lnTo>
                    <a:pt x="826" y="155"/>
                  </a:lnTo>
                  <a:cubicBezTo>
                    <a:pt x="826" y="117"/>
                    <a:pt x="828" y="94"/>
                    <a:pt x="834" y="73"/>
                  </a:cubicBezTo>
                  <a:cubicBezTo>
                    <a:pt x="837" y="61"/>
                    <a:pt x="842" y="48"/>
                    <a:pt x="849" y="37"/>
                  </a:cubicBezTo>
                  <a:cubicBezTo>
                    <a:pt x="859" y="22"/>
                    <a:pt x="866" y="15"/>
                    <a:pt x="885" y="0"/>
                  </a:cubicBezTo>
                  <a:lnTo>
                    <a:pt x="599" y="0"/>
                  </a:lnTo>
                  <a:cubicBezTo>
                    <a:pt x="616" y="13"/>
                    <a:pt x="622" y="20"/>
                    <a:pt x="631" y="3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8" name="Freeform 11">
              <a:extLst>
                <a:ext uri="{FF2B5EF4-FFF2-40B4-BE49-F238E27FC236}">
                  <a16:creationId xmlns:a16="http://schemas.microsoft.com/office/drawing/2014/main" id="{8D864EA5-0584-4248-9E81-C942B0F5C06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1" y="197"/>
              <a:ext cx="77" cy="80"/>
            </a:xfrm>
            <a:custGeom>
              <a:avLst/>
              <a:gdLst>
                <a:gd name="T0" fmla="*/ 654 w 865"/>
                <a:gd name="T1" fmla="*/ 771 h 897"/>
                <a:gd name="T2" fmla="*/ 654 w 865"/>
                <a:gd name="T3" fmla="*/ 771 h 897"/>
                <a:gd name="T4" fmla="*/ 513 w 865"/>
                <a:gd name="T5" fmla="*/ 783 h 897"/>
                <a:gd name="T6" fmla="*/ 442 w 865"/>
                <a:gd name="T7" fmla="*/ 784 h 897"/>
                <a:gd name="T8" fmla="*/ 304 w 865"/>
                <a:gd name="T9" fmla="*/ 784 h 897"/>
                <a:gd name="T10" fmla="*/ 848 w 865"/>
                <a:gd name="T11" fmla="*/ 0 h 897"/>
                <a:gd name="T12" fmla="*/ 143 w 865"/>
                <a:gd name="T13" fmla="*/ 0 h 897"/>
                <a:gd name="T14" fmla="*/ 56 w 865"/>
                <a:gd name="T15" fmla="*/ 191 h 897"/>
                <a:gd name="T16" fmla="*/ 121 w 865"/>
                <a:gd name="T17" fmla="*/ 160 h 897"/>
                <a:gd name="T18" fmla="*/ 248 w 865"/>
                <a:gd name="T19" fmla="*/ 124 h 897"/>
                <a:gd name="T20" fmla="*/ 375 w 865"/>
                <a:gd name="T21" fmla="*/ 113 h 897"/>
                <a:gd name="T22" fmla="*/ 444 w 865"/>
                <a:gd name="T23" fmla="*/ 112 h 897"/>
                <a:gd name="T24" fmla="*/ 549 w 865"/>
                <a:gd name="T25" fmla="*/ 112 h 897"/>
                <a:gd name="T26" fmla="*/ 0 w 865"/>
                <a:gd name="T27" fmla="*/ 897 h 897"/>
                <a:gd name="T28" fmla="*/ 776 w 865"/>
                <a:gd name="T29" fmla="*/ 897 h 897"/>
                <a:gd name="T30" fmla="*/ 865 w 865"/>
                <a:gd name="T31" fmla="*/ 692 h 897"/>
                <a:gd name="T32" fmla="*/ 800 w 865"/>
                <a:gd name="T33" fmla="*/ 727 h 897"/>
                <a:gd name="T34" fmla="*/ 654 w 865"/>
                <a:gd name="T35" fmla="*/ 771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65" h="897">
                  <a:moveTo>
                    <a:pt x="654" y="771"/>
                  </a:moveTo>
                  <a:lnTo>
                    <a:pt x="654" y="771"/>
                  </a:lnTo>
                  <a:cubicBezTo>
                    <a:pt x="614" y="778"/>
                    <a:pt x="569" y="782"/>
                    <a:pt x="513" y="783"/>
                  </a:cubicBezTo>
                  <a:cubicBezTo>
                    <a:pt x="495" y="784"/>
                    <a:pt x="471" y="784"/>
                    <a:pt x="442" y="784"/>
                  </a:cubicBezTo>
                  <a:lnTo>
                    <a:pt x="304" y="784"/>
                  </a:lnTo>
                  <a:lnTo>
                    <a:pt x="848" y="0"/>
                  </a:lnTo>
                  <a:lnTo>
                    <a:pt x="143" y="0"/>
                  </a:lnTo>
                  <a:lnTo>
                    <a:pt x="56" y="191"/>
                  </a:lnTo>
                  <a:cubicBezTo>
                    <a:pt x="85" y="176"/>
                    <a:pt x="96" y="170"/>
                    <a:pt x="121" y="160"/>
                  </a:cubicBezTo>
                  <a:cubicBezTo>
                    <a:pt x="162" y="144"/>
                    <a:pt x="206" y="132"/>
                    <a:pt x="248" y="124"/>
                  </a:cubicBezTo>
                  <a:cubicBezTo>
                    <a:pt x="285" y="118"/>
                    <a:pt x="319" y="115"/>
                    <a:pt x="375" y="113"/>
                  </a:cubicBezTo>
                  <a:cubicBezTo>
                    <a:pt x="400" y="112"/>
                    <a:pt x="423" y="112"/>
                    <a:pt x="444" y="112"/>
                  </a:cubicBezTo>
                  <a:lnTo>
                    <a:pt x="549" y="112"/>
                  </a:lnTo>
                  <a:lnTo>
                    <a:pt x="0" y="897"/>
                  </a:lnTo>
                  <a:lnTo>
                    <a:pt x="776" y="897"/>
                  </a:lnTo>
                  <a:lnTo>
                    <a:pt x="865" y="692"/>
                  </a:lnTo>
                  <a:cubicBezTo>
                    <a:pt x="834" y="710"/>
                    <a:pt x="823" y="716"/>
                    <a:pt x="800" y="727"/>
                  </a:cubicBezTo>
                  <a:cubicBezTo>
                    <a:pt x="754" y="747"/>
                    <a:pt x="705" y="762"/>
                    <a:pt x="654" y="77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9" name="Freeform 12">
              <a:extLst>
                <a:ext uri="{FF2B5EF4-FFF2-40B4-BE49-F238E27FC236}">
                  <a16:creationId xmlns:a16="http://schemas.microsoft.com/office/drawing/2014/main" id="{CE6647F2-C75A-4525-AFA2-ABC0D791EB3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0" y="167"/>
              <a:ext cx="18" cy="18"/>
            </a:xfrm>
            <a:custGeom>
              <a:avLst/>
              <a:gdLst>
                <a:gd name="T0" fmla="*/ 102 w 203"/>
                <a:gd name="T1" fmla="*/ 189 h 203"/>
                <a:gd name="T2" fmla="*/ 102 w 203"/>
                <a:gd name="T3" fmla="*/ 189 h 203"/>
                <a:gd name="T4" fmla="*/ 17 w 203"/>
                <a:gd name="T5" fmla="*/ 102 h 203"/>
                <a:gd name="T6" fmla="*/ 102 w 203"/>
                <a:gd name="T7" fmla="*/ 15 h 203"/>
                <a:gd name="T8" fmla="*/ 187 w 203"/>
                <a:gd name="T9" fmla="*/ 102 h 203"/>
                <a:gd name="T10" fmla="*/ 102 w 203"/>
                <a:gd name="T11" fmla="*/ 189 h 203"/>
                <a:gd name="T12" fmla="*/ 102 w 203"/>
                <a:gd name="T13" fmla="*/ 189 h 203"/>
                <a:gd name="T14" fmla="*/ 102 w 203"/>
                <a:gd name="T15" fmla="*/ 0 h 203"/>
                <a:gd name="T16" fmla="*/ 102 w 203"/>
                <a:gd name="T17" fmla="*/ 0 h 203"/>
                <a:gd name="T18" fmla="*/ 0 w 203"/>
                <a:gd name="T19" fmla="*/ 102 h 203"/>
                <a:gd name="T20" fmla="*/ 102 w 203"/>
                <a:gd name="T21" fmla="*/ 203 h 203"/>
                <a:gd name="T22" fmla="*/ 203 w 203"/>
                <a:gd name="T23" fmla="*/ 102 h 203"/>
                <a:gd name="T24" fmla="*/ 102 w 203"/>
                <a:gd name="T25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3" h="203">
                  <a:moveTo>
                    <a:pt x="102" y="189"/>
                  </a:moveTo>
                  <a:lnTo>
                    <a:pt x="102" y="189"/>
                  </a:lnTo>
                  <a:cubicBezTo>
                    <a:pt x="54" y="189"/>
                    <a:pt x="17" y="154"/>
                    <a:pt x="17" y="102"/>
                  </a:cubicBezTo>
                  <a:cubicBezTo>
                    <a:pt x="17" y="50"/>
                    <a:pt x="54" y="15"/>
                    <a:pt x="102" y="15"/>
                  </a:cubicBezTo>
                  <a:cubicBezTo>
                    <a:pt x="150" y="15"/>
                    <a:pt x="187" y="50"/>
                    <a:pt x="187" y="102"/>
                  </a:cubicBezTo>
                  <a:cubicBezTo>
                    <a:pt x="187" y="154"/>
                    <a:pt x="150" y="189"/>
                    <a:pt x="102" y="189"/>
                  </a:cubicBezTo>
                  <a:lnTo>
                    <a:pt x="102" y="189"/>
                  </a:lnTo>
                  <a:close/>
                  <a:moveTo>
                    <a:pt x="102" y="0"/>
                  </a:moveTo>
                  <a:lnTo>
                    <a:pt x="102" y="0"/>
                  </a:lnTo>
                  <a:cubicBezTo>
                    <a:pt x="46" y="0"/>
                    <a:pt x="0" y="42"/>
                    <a:pt x="0" y="102"/>
                  </a:cubicBezTo>
                  <a:cubicBezTo>
                    <a:pt x="0" y="162"/>
                    <a:pt x="46" y="203"/>
                    <a:pt x="102" y="203"/>
                  </a:cubicBezTo>
                  <a:cubicBezTo>
                    <a:pt x="158" y="203"/>
                    <a:pt x="203" y="162"/>
                    <a:pt x="203" y="102"/>
                  </a:cubicBezTo>
                  <a:cubicBezTo>
                    <a:pt x="203" y="42"/>
                    <a:pt x="158" y="0"/>
                    <a:pt x="10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40" name="Freeform 13">
              <a:extLst>
                <a:ext uri="{FF2B5EF4-FFF2-40B4-BE49-F238E27FC236}">
                  <a16:creationId xmlns:a16="http://schemas.microsoft.com/office/drawing/2014/main" id="{F26DFF8E-E308-4585-9B92-AEE54D629F9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6" y="171"/>
              <a:ext cx="7" cy="9"/>
            </a:xfrm>
            <a:custGeom>
              <a:avLst/>
              <a:gdLst>
                <a:gd name="T0" fmla="*/ 40 w 87"/>
                <a:gd name="T1" fmla="*/ 50 h 107"/>
                <a:gd name="T2" fmla="*/ 40 w 87"/>
                <a:gd name="T3" fmla="*/ 50 h 107"/>
                <a:gd name="T4" fmla="*/ 15 w 87"/>
                <a:gd name="T5" fmla="*/ 50 h 107"/>
                <a:gd name="T6" fmla="*/ 15 w 87"/>
                <a:gd name="T7" fmla="*/ 16 h 107"/>
                <a:gd name="T8" fmla="*/ 38 w 87"/>
                <a:gd name="T9" fmla="*/ 16 h 107"/>
                <a:gd name="T10" fmla="*/ 66 w 87"/>
                <a:gd name="T11" fmla="*/ 33 h 107"/>
                <a:gd name="T12" fmla="*/ 40 w 87"/>
                <a:gd name="T13" fmla="*/ 50 h 107"/>
                <a:gd name="T14" fmla="*/ 40 w 87"/>
                <a:gd name="T15" fmla="*/ 50 h 107"/>
                <a:gd name="T16" fmla="*/ 83 w 87"/>
                <a:gd name="T17" fmla="*/ 33 h 107"/>
                <a:gd name="T18" fmla="*/ 83 w 87"/>
                <a:gd name="T19" fmla="*/ 33 h 107"/>
                <a:gd name="T20" fmla="*/ 32 w 87"/>
                <a:gd name="T21" fmla="*/ 0 h 107"/>
                <a:gd name="T22" fmla="*/ 0 w 87"/>
                <a:gd name="T23" fmla="*/ 0 h 107"/>
                <a:gd name="T24" fmla="*/ 0 w 87"/>
                <a:gd name="T25" fmla="*/ 107 h 107"/>
                <a:gd name="T26" fmla="*/ 15 w 87"/>
                <a:gd name="T27" fmla="*/ 107 h 107"/>
                <a:gd name="T28" fmla="*/ 15 w 87"/>
                <a:gd name="T29" fmla="*/ 66 h 107"/>
                <a:gd name="T30" fmla="*/ 44 w 87"/>
                <a:gd name="T31" fmla="*/ 66 h 107"/>
                <a:gd name="T32" fmla="*/ 46 w 87"/>
                <a:gd name="T33" fmla="*/ 65 h 107"/>
                <a:gd name="T34" fmla="*/ 69 w 87"/>
                <a:gd name="T35" fmla="*/ 107 h 107"/>
                <a:gd name="T36" fmla="*/ 87 w 87"/>
                <a:gd name="T37" fmla="*/ 107 h 107"/>
                <a:gd name="T38" fmla="*/ 62 w 87"/>
                <a:gd name="T39" fmla="*/ 62 h 107"/>
                <a:gd name="T40" fmla="*/ 83 w 87"/>
                <a:gd name="T41" fmla="*/ 3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7" h="107">
                  <a:moveTo>
                    <a:pt x="40" y="50"/>
                  </a:moveTo>
                  <a:lnTo>
                    <a:pt x="40" y="50"/>
                  </a:lnTo>
                  <a:lnTo>
                    <a:pt x="15" y="50"/>
                  </a:lnTo>
                  <a:lnTo>
                    <a:pt x="15" y="16"/>
                  </a:lnTo>
                  <a:lnTo>
                    <a:pt x="38" y="16"/>
                  </a:lnTo>
                  <a:cubicBezTo>
                    <a:pt x="54" y="16"/>
                    <a:pt x="66" y="19"/>
                    <a:pt x="66" y="33"/>
                  </a:cubicBezTo>
                  <a:cubicBezTo>
                    <a:pt x="66" y="45"/>
                    <a:pt x="58" y="50"/>
                    <a:pt x="40" y="50"/>
                  </a:cubicBezTo>
                  <a:lnTo>
                    <a:pt x="40" y="50"/>
                  </a:lnTo>
                  <a:close/>
                  <a:moveTo>
                    <a:pt x="83" y="33"/>
                  </a:moveTo>
                  <a:lnTo>
                    <a:pt x="83" y="33"/>
                  </a:lnTo>
                  <a:cubicBezTo>
                    <a:pt x="83" y="5"/>
                    <a:pt x="64" y="0"/>
                    <a:pt x="32" y="0"/>
                  </a:cubicBezTo>
                  <a:lnTo>
                    <a:pt x="0" y="0"/>
                  </a:lnTo>
                  <a:lnTo>
                    <a:pt x="0" y="107"/>
                  </a:lnTo>
                  <a:lnTo>
                    <a:pt x="15" y="107"/>
                  </a:lnTo>
                  <a:lnTo>
                    <a:pt x="15" y="66"/>
                  </a:lnTo>
                  <a:lnTo>
                    <a:pt x="44" y="66"/>
                  </a:lnTo>
                  <a:cubicBezTo>
                    <a:pt x="45" y="66"/>
                    <a:pt x="46" y="66"/>
                    <a:pt x="46" y="65"/>
                  </a:cubicBezTo>
                  <a:lnTo>
                    <a:pt x="69" y="107"/>
                  </a:lnTo>
                  <a:lnTo>
                    <a:pt x="87" y="107"/>
                  </a:lnTo>
                  <a:lnTo>
                    <a:pt x="62" y="62"/>
                  </a:lnTo>
                  <a:cubicBezTo>
                    <a:pt x="76" y="56"/>
                    <a:pt x="83" y="45"/>
                    <a:pt x="83" y="3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</p:grp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A6366AC5-1BE2-4E7D-B883-89CAF96B32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FC885360-8473-4699-801C-9B04E3D233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0825" y="2490259"/>
            <a:ext cx="6722148" cy="2242079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A57272B1-D4B7-4B27-9A7A-1EB4697DECEC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250825" y="4911725"/>
            <a:ext cx="6719063" cy="1283999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8215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BACFF7A-0A26-4F0A-A400-3AF2010686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0825" y="2490259"/>
            <a:ext cx="6722148" cy="2242079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D52D574-4430-4847-B932-BA1C1DC56322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50825" y="4911725"/>
            <a:ext cx="6719063" cy="1283999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grpSp>
        <p:nvGrpSpPr>
          <p:cNvPr id="17" name="Group 4">
            <a:extLst>
              <a:ext uri="{FF2B5EF4-FFF2-40B4-BE49-F238E27FC236}">
                <a16:creationId xmlns:a16="http://schemas.microsoft.com/office/drawing/2014/main" id="{B13A2A1C-EDF2-4C2D-979F-2FE4587DC1F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1989" y="158751"/>
            <a:ext cx="1773767" cy="683683"/>
            <a:chOff x="79" y="75"/>
            <a:chExt cx="838" cy="323"/>
          </a:xfrm>
          <a:solidFill>
            <a:schemeClr val="accent1"/>
          </a:solidFill>
        </p:grpSpPr>
        <p:sp>
          <p:nvSpPr>
            <p:cNvPr id="29" name="AutoShape 3">
              <a:extLst>
                <a:ext uri="{FF2B5EF4-FFF2-40B4-BE49-F238E27FC236}">
                  <a16:creationId xmlns:a16="http://schemas.microsoft.com/office/drawing/2014/main" id="{20E23B62-3847-4E9B-8B2A-AB11CE571CE0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9" y="75"/>
              <a:ext cx="838" cy="3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0" name="Freeform 5">
              <a:extLst>
                <a:ext uri="{FF2B5EF4-FFF2-40B4-BE49-F238E27FC236}">
                  <a16:creationId xmlns:a16="http://schemas.microsoft.com/office/drawing/2014/main" id="{F974AEE8-9C79-4F9B-81AC-C21FB3BF2DE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9" y="155"/>
              <a:ext cx="163" cy="164"/>
            </a:xfrm>
            <a:custGeom>
              <a:avLst/>
              <a:gdLst>
                <a:gd name="T0" fmla="*/ 920 w 1841"/>
                <a:gd name="T1" fmla="*/ 0 h 1842"/>
                <a:gd name="T2" fmla="*/ 920 w 1841"/>
                <a:gd name="T3" fmla="*/ 0 h 1842"/>
                <a:gd name="T4" fmla="*/ 0 w 1841"/>
                <a:gd name="T5" fmla="*/ 921 h 1842"/>
                <a:gd name="T6" fmla="*/ 0 w 1841"/>
                <a:gd name="T7" fmla="*/ 921 h 1842"/>
                <a:gd name="T8" fmla="*/ 188 w 1841"/>
                <a:gd name="T9" fmla="*/ 1479 h 1842"/>
                <a:gd name="T10" fmla="*/ 954 w 1841"/>
                <a:gd name="T11" fmla="*/ 473 h 1842"/>
                <a:gd name="T12" fmla="*/ 871 w 1841"/>
                <a:gd name="T13" fmla="*/ 474 h 1842"/>
                <a:gd name="T14" fmla="*/ 790 w 1841"/>
                <a:gd name="T15" fmla="*/ 473 h 1842"/>
                <a:gd name="T16" fmla="*/ 561 w 1841"/>
                <a:gd name="T17" fmla="*/ 491 h 1842"/>
                <a:gd name="T18" fmla="*/ 467 w 1841"/>
                <a:gd name="T19" fmla="*/ 530 h 1842"/>
                <a:gd name="T20" fmla="*/ 374 w 1841"/>
                <a:gd name="T21" fmla="*/ 641 h 1842"/>
                <a:gd name="T22" fmla="*/ 361 w 1841"/>
                <a:gd name="T23" fmla="*/ 665 h 1842"/>
                <a:gd name="T24" fmla="*/ 316 w 1841"/>
                <a:gd name="T25" fmla="*/ 655 h 1842"/>
                <a:gd name="T26" fmla="*/ 392 w 1841"/>
                <a:gd name="T27" fmla="*/ 366 h 1842"/>
                <a:gd name="T28" fmla="*/ 1350 w 1841"/>
                <a:gd name="T29" fmla="*/ 366 h 1842"/>
                <a:gd name="T30" fmla="*/ 588 w 1841"/>
                <a:gd name="T31" fmla="*/ 1385 h 1842"/>
                <a:gd name="T32" fmla="*/ 698 w 1841"/>
                <a:gd name="T33" fmla="*/ 1379 h 1842"/>
                <a:gd name="T34" fmla="*/ 839 w 1841"/>
                <a:gd name="T35" fmla="*/ 1385 h 1842"/>
                <a:gd name="T36" fmla="*/ 974 w 1841"/>
                <a:gd name="T37" fmla="*/ 1393 h 1842"/>
                <a:gd name="T38" fmla="*/ 1095 w 1841"/>
                <a:gd name="T39" fmla="*/ 1397 h 1842"/>
                <a:gd name="T40" fmla="*/ 1255 w 1841"/>
                <a:gd name="T41" fmla="*/ 1378 h 1842"/>
                <a:gd name="T42" fmla="*/ 1354 w 1841"/>
                <a:gd name="T43" fmla="*/ 1331 h 1842"/>
                <a:gd name="T44" fmla="*/ 1491 w 1841"/>
                <a:gd name="T45" fmla="*/ 1175 h 1842"/>
                <a:gd name="T46" fmla="*/ 1504 w 1841"/>
                <a:gd name="T47" fmla="*/ 1147 h 1842"/>
                <a:gd name="T48" fmla="*/ 1545 w 1841"/>
                <a:gd name="T49" fmla="*/ 1158 h 1842"/>
                <a:gd name="T50" fmla="*/ 1505 w 1841"/>
                <a:gd name="T51" fmla="*/ 1273 h 1842"/>
                <a:gd name="T52" fmla="*/ 1354 w 1841"/>
                <a:gd name="T53" fmla="*/ 1472 h 1842"/>
                <a:gd name="T54" fmla="*/ 1131 w 1841"/>
                <a:gd name="T55" fmla="*/ 1546 h 1842"/>
                <a:gd name="T56" fmla="*/ 1118 w 1841"/>
                <a:gd name="T57" fmla="*/ 1546 h 1842"/>
                <a:gd name="T58" fmla="*/ 854 w 1841"/>
                <a:gd name="T59" fmla="*/ 1518 h 1842"/>
                <a:gd name="T60" fmla="*/ 544 w 1841"/>
                <a:gd name="T61" fmla="*/ 1486 h 1842"/>
                <a:gd name="T62" fmla="*/ 394 w 1841"/>
                <a:gd name="T63" fmla="*/ 1498 h 1842"/>
                <a:gd name="T64" fmla="*/ 242 w 1841"/>
                <a:gd name="T65" fmla="*/ 1543 h 1842"/>
                <a:gd name="T66" fmla="*/ 920 w 1841"/>
                <a:gd name="T67" fmla="*/ 1842 h 1842"/>
                <a:gd name="T68" fmla="*/ 1841 w 1841"/>
                <a:gd name="T69" fmla="*/ 921 h 1842"/>
                <a:gd name="T70" fmla="*/ 920 w 1841"/>
                <a:gd name="T71" fmla="*/ 0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41" h="1842">
                  <a:moveTo>
                    <a:pt x="920" y="0"/>
                  </a:moveTo>
                  <a:lnTo>
                    <a:pt x="920" y="0"/>
                  </a:lnTo>
                  <a:cubicBezTo>
                    <a:pt x="412" y="0"/>
                    <a:pt x="0" y="412"/>
                    <a:pt x="0" y="921"/>
                  </a:cubicBezTo>
                  <a:lnTo>
                    <a:pt x="0" y="921"/>
                  </a:lnTo>
                  <a:cubicBezTo>
                    <a:pt x="0" y="1131"/>
                    <a:pt x="70" y="1325"/>
                    <a:pt x="188" y="1479"/>
                  </a:cubicBezTo>
                  <a:lnTo>
                    <a:pt x="954" y="473"/>
                  </a:lnTo>
                  <a:lnTo>
                    <a:pt x="871" y="474"/>
                  </a:lnTo>
                  <a:lnTo>
                    <a:pt x="790" y="473"/>
                  </a:lnTo>
                  <a:cubicBezTo>
                    <a:pt x="702" y="473"/>
                    <a:pt x="620" y="480"/>
                    <a:pt x="561" y="491"/>
                  </a:cubicBezTo>
                  <a:cubicBezTo>
                    <a:pt x="525" y="498"/>
                    <a:pt x="493" y="511"/>
                    <a:pt x="467" y="530"/>
                  </a:cubicBezTo>
                  <a:cubicBezTo>
                    <a:pt x="437" y="551"/>
                    <a:pt x="399" y="596"/>
                    <a:pt x="374" y="641"/>
                  </a:cubicBezTo>
                  <a:cubicBezTo>
                    <a:pt x="371" y="646"/>
                    <a:pt x="367" y="654"/>
                    <a:pt x="361" y="665"/>
                  </a:cubicBezTo>
                  <a:lnTo>
                    <a:pt x="316" y="655"/>
                  </a:lnTo>
                  <a:lnTo>
                    <a:pt x="392" y="366"/>
                  </a:lnTo>
                  <a:lnTo>
                    <a:pt x="1350" y="366"/>
                  </a:lnTo>
                  <a:lnTo>
                    <a:pt x="588" y="1385"/>
                  </a:lnTo>
                  <a:cubicBezTo>
                    <a:pt x="638" y="1380"/>
                    <a:pt x="658" y="1379"/>
                    <a:pt x="698" y="1379"/>
                  </a:cubicBezTo>
                  <a:cubicBezTo>
                    <a:pt x="729" y="1379"/>
                    <a:pt x="776" y="1381"/>
                    <a:pt x="839" y="1385"/>
                  </a:cubicBezTo>
                  <a:lnTo>
                    <a:pt x="974" y="1393"/>
                  </a:lnTo>
                  <a:cubicBezTo>
                    <a:pt x="1023" y="1396"/>
                    <a:pt x="1064" y="1397"/>
                    <a:pt x="1095" y="1397"/>
                  </a:cubicBezTo>
                  <a:cubicBezTo>
                    <a:pt x="1165" y="1397"/>
                    <a:pt x="1210" y="1392"/>
                    <a:pt x="1255" y="1378"/>
                  </a:cubicBezTo>
                  <a:cubicBezTo>
                    <a:pt x="1290" y="1367"/>
                    <a:pt x="1324" y="1351"/>
                    <a:pt x="1354" y="1331"/>
                  </a:cubicBezTo>
                  <a:cubicBezTo>
                    <a:pt x="1408" y="1293"/>
                    <a:pt x="1460" y="1234"/>
                    <a:pt x="1491" y="1175"/>
                  </a:cubicBezTo>
                  <a:cubicBezTo>
                    <a:pt x="1494" y="1169"/>
                    <a:pt x="1499" y="1160"/>
                    <a:pt x="1504" y="1147"/>
                  </a:cubicBezTo>
                  <a:lnTo>
                    <a:pt x="1545" y="1158"/>
                  </a:lnTo>
                  <a:cubicBezTo>
                    <a:pt x="1532" y="1208"/>
                    <a:pt x="1525" y="1228"/>
                    <a:pt x="1505" y="1273"/>
                  </a:cubicBezTo>
                  <a:cubicBezTo>
                    <a:pt x="1464" y="1364"/>
                    <a:pt x="1417" y="1425"/>
                    <a:pt x="1354" y="1472"/>
                  </a:cubicBezTo>
                  <a:cubicBezTo>
                    <a:pt x="1289" y="1521"/>
                    <a:pt x="1216" y="1544"/>
                    <a:pt x="1131" y="1546"/>
                  </a:cubicBezTo>
                  <a:lnTo>
                    <a:pt x="1118" y="1546"/>
                  </a:lnTo>
                  <a:cubicBezTo>
                    <a:pt x="1055" y="1546"/>
                    <a:pt x="1006" y="1541"/>
                    <a:pt x="854" y="1518"/>
                  </a:cubicBezTo>
                  <a:cubicBezTo>
                    <a:pt x="700" y="1494"/>
                    <a:pt x="621" y="1486"/>
                    <a:pt x="544" y="1486"/>
                  </a:cubicBezTo>
                  <a:cubicBezTo>
                    <a:pt x="492" y="1486"/>
                    <a:pt x="444" y="1490"/>
                    <a:pt x="394" y="1498"/>
                  </a:cubicBezTo>
                  <a:cubicBezTo>
                    <a:pt x="328" y="1508"/>
                    <a:pt x="302" y="1516"/>
                    <a:pt x="242" y="1543"/>
                  </a:cubicBezTo>
                  <a:cubicBezTo>
                    <a:pt x="410" y="1727"/>
                    <a:pt x="652" y="1842"/>
                    <a:pt x="920" y="1842"/>
                  </a:cubicBezTo>
                  <a:cubicBezTo>
                    <a:pt x="1429" y="1842"/>
                    <a:pt x="1841" y="1430"/>
                    <a:pt x="1841" y="921"/>
                  </a:cubicBezTo>
                  <a:cubicBezTo>
                    <a:pt x="1841" y="412"/>
                    <a:pt x="1429" y="0"/>
                    <a:pt x="9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1" name="Freeform 6">
              <a:extLst>
                <a:ext uri="{FF2B5EF4-FFF2-40B4-BE49-F238E27FC236}">
                  <a16:creationId xmlns:a16="http://schemas.microsoft.com/office/drawing/2014/main" id="{2EF2E2B8-29EA-4458-8EE1-9B13A92262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2" y="197"/>
              <a:ext cx="25" cy="80"/>
            </a:xfrm>
            <a:custGeom>
              <a:avLst/>
              <a:gdLst>
                <a:gd name="T0" fmla="*/ 232 w 288"/>
                <a:gd name="T1" fmla="*/ 166 h 897"/>
                <a:gd name="T2" fmla="*/ 232 w 288"/>
                <a:gd name="T3" fmla="*/ 166 h 897"/>
                <a:gd name="T4" fmla="*/ 241 w 288"/>
                <a:gd name="T5" fmla="*/ 65 h 897"/>
                <a:gd name="T6" fmla="*/ 254 w 288"/>
                <a:gd name="T7" fmla="*/ 37 h 897"/>
                <a:gd name="T8" fmla="*/ 288 w 288"/>
                <a:gd name="T9" fmla="*/ 0 h 897"/>
                <a:gd name="T10" fmla="*/ 0 w 288"/>
                <a:gd name="T11" fmla="*/ 0 h 897"/>
                <a:gd name="T12" fmla="*/ 33 w 288"/>
                <a:gd name="T13" fmla="*/ 35 h 897"/>
                <a:gd name="T14" fmla="*/ 47 w 288"/>
                <a:gd name="T15" fmla="*/ 64 h 897"/>
                <a:gd name="T16" fmla="*/ 56 w 288"/>
                <a:gd name="T17" fmla="*/ 161 h 897"/>
                <a:gd name="T18" fmla="*/ 56 w 288"/>
                <a:gd name="T19" fmla="*/ 215 h 897"/>
                <a:gd name="T20" fmla="*/ 56 w 288"/>
                <a:gd name="T21" fmla="*/ 752 h 897"/>
                <a:gd name="T22" fmla="*/ 42 w 288"/>
                <a:gd name="T23" fmla="*/ 839 h 897"/>
                <a:gd name="T24" fmla="*/ 28 w 288"/>
                <a:gd name="T25" fmla="*/ 865 h 897"/>
                <a:gd name="T26" fmla="*/ 1 w 288"/>
                <a:gd name="T27" fmla="*/ 897 h 897"/>
                <a:gd name="T28" fmla="*/ 285 w 288"/>
                <a:gd name="T29" fmla="*/ 897 h 897"/>
                <a:gd name="T30" fmla="*/ 258 w 288"/>
                <a:gd name="T31" fmla="*/ 865 h 897"/>
                <a:gd name="T32" fmla="*/ 243 w 288"/>
                <a:gd name="T33" fmla="*/ 838 h 897"/>
                <a:gd name="T34" fmla="*/ 231 w 288"/>
                <a:gd name="T35" fmla="*/ 759 h 897"/>
                <a:gd name="T36" fmla="*/ 231 w 288"/>
                <a:gd name="T37" fmla="*/ 218 h 897"/>
                <a:gd name="T38" fmla="*/ 232 w 288"/>
                <a:gd name="T39" fmla="*/ 166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88" h="897">
                  <a:moveTo>
                    <a:pt x="232" y="166"/>
                  </a:moveTo>
                  <a:lnTo>
                    <a:pt x="232" y="166"/>
                  </a:lnTo>
                  <a:cubicBezTo>
                    <a:pt x="232" y="106"/>
                    <a:pt x="233" y="89"/>
                    <a:pt x="241" y="65"/>
                  </a:cubicBezTo>
                  <a:cubicBezTo>
                    <a:pt x="244" y="55"/>
                    <a:pt x="248" y="46"/>
                    <a:pt x="254" y="37"/>
                  </a:cubicBezTo>
                  <a:cubicBezTo>
                    <a:pt x="263" y="22"/>
                    <a:pt x="270" y="14"/>
                    <a:pt x="288" y="0"/>
                  </a:cubicBezTo>
                  <a:lnTo>
                    <a:pt x="0" y="0"/>
                  </a:lnTo>
                  <a:cubicBezTo>
                    <a:pt x="18" y="16"/>
                    <a:pt x="24" y="22"/>
                    <a:pt x="33" y="35"/>
                  </a:cubicBezTo>
                  <a:cubicBezTo>
                    <a:pt x="39" y="44"/>
                    <a:pt x="44" y="54"/>
                    <a:pt x="47" y="64"/>
                  </a:cubicBezTo>
                  <a:cubicBezTo>
                    <a:pt x="53" y="86"/>
                    <a:pt x="56" y="108"/>
                    <a:pt x="56" y="161"/>
                  </a:cubicBezTo>
                  <a:cubicBezTo>
                    <a:pt x="56" y="188"/>
                    <a:pt x="56" y="206"/>
                    <a:pt x="56" y="215"/>
                  </a:cubicBezTo>
                  <a:lnTo>
                    <a:pt x="56" y="752"/>
                  </a:lnTo>
                  <a:cubicBezTo>
                    <a:pt x="56" y="784"/>
                    <a:pt x="51" y="817"/>
                    <a:pt x="42" y="839"/>
                  </a:cubicBezTo>
                  <a:cubicBezTo>
                    <a:pt x="39" y="848"/>
                    <a:pt x="34" y="857"/>
                    <a:pt x="28" y="865"/>
                  </a:cubicBezTo>
                  <a:cubicBezTo>
                    <a:pt x="21" y="875"/>
                    <a:pt x="16" y="880"/>
                    <a:pt x="1" y="897"/>
                  </a:cubicBezTo>
                  <a:lnTo>
                    <a:pt x="285" y="897"/>
                  </a:lnTo>
                  <a:cubicBezTo>
                    <a:pt x="271" y="885"/>
                    <a:pt x="266" y="879"/>
                    <a:pt x="258" y="865"/>
                  </a:cubicBezTo>
                  <a:cubicBezTo>
                    <a:pt x="252" y="856"/>
                    <a:pt x="247" y="847"/>
                    <a:pt x="243" y="838"/>
                  </a:cubicBezTo>
                  <a:cubicBezTo>
                    <a:pt x="236" y="817"/>
                    <a:pt x="231" y="787"/>
                    <a:pt x="231" y="759"/>
                  </a:cubicBezTo>
                  <a:lnTo>
                    <a:pt x="231" y="218"/>
                  </a:lnTo>
                  <a:lnTo>
                    <a:pt x="232" y="1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2" name="Freeform 7">
              <a:extLst>
                <a:ext uri="{FF2B5EF4-FFF2-40B4-BE49-F238E27FC236}">
                  <a16:creationId xmlns:a16="http://schemas.microsoft.com/office/drawing/2014/main" id="{FCD5C423-61EC-4EB9-9C91-FA8F7C5310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" y="197"/>
              <a:ext cx="77" cy="80"/>
            </a:xfrm>
            <a:custGeom>
              <a:avLst/>
              <a:gdLst>
                <a:gd name="T0" fmla="*/ 810 w 869"/>
                <a:gd name="T1" fmla="*/ 165 h 897"/>
                <a:gd name="T2" fmla="*/ 810 w 869"/>
                <a:gd name="T3" fmla="*/ 165 h 897"/>
                <a:gd name="T4" fmla="*/ 819 w 869"/>
                <a:gd name="T5" fmla="*/ 70 h 897"/>
                <a:gd name="T6" fmla="*/ 834 w 869"/>
                <a:gd name="T7" fmla="*/ 37 h 897"/>
                <a:gd name="T8" fmla="*/ 869 w 869"/>
                <a:gd name="T9" fmla="*/ 0 h 897"/>
                <a:gd name="T10" fmla="*/ 576 w 869"/>
                <a:gd name="T11" fmla="*/ 0 h 897"/>
                <a:gd name="T12" fmla="*/ 609 w 869"/>
                <a:gd name="T13" fmla="*/ 36 h 897"/>
                <a:gd name="T14" fmla="*/ 624 w 869"/>
                <a:gd name="T15" fmla="*/ 67 h 897"/>
                <a:gd name="T16" fmla="*/ 634 w 869"/>
                <a:gd name="T17" fmla="*/ 162 h 897"/>
                <a:gd name="T18" fmla="*/ 634 w 869"/>
                <a:gd name="T19" fmla="*/ 379 h 897"/>
                <a:gd name="T20" fmla="*/ 232 w 869"/>
                <a:gd name="T21" fmla="*/ 379 h 897"/>
                <a:gd name="T22" fmla="*/ 232 w 869"/>
                <a:gd name="T23" fmla="*/ 216 h 897"/>
                <a:gd name="T24" fmla="*/ 234 w 869"/>
                <a:gd name="T25" fmla="*/ 109 h 897"/>
                <a:gd name="T26" fmla="*/ 241 w 869"/>
                <a:gd name="T27" fmla="*/ 70 h 897"/>
                <a:gd name="T28" fmla="*/ 278 w 869"/>
                <a:gd name="T29" fmla="*/ 9 h 897"/>
                <a:gd name="T30" fmla="*/ 288 w 869"/>
                <a:gd name="T31" fmla="*/ 0 h 897"/>
                <a:gd name="T32" fmla="*/ 1 w 869"/>
                <a:gd name="T33" fmla="*/ 0 h 897"/>
                <a:gd name="T34" fmla="*/ 30 w 869"/>
                <a:gd name="T35" fmla="*/ 34 h 897"/>
                <a:gd name="T36" fmla="*/ 46 w 869"/>
                <a:gd name="T37" fmla="*/ 64 h 897"/>
                <a:gd name="T38" fmla="*/ 56 w 869"/>
                <a:gd name="T39" fmla="*/ 159 h 897"/>
                <a:gd name="T40" fmla="*/ 57 w 869"/>
                <a:gd name="T41" fmla="*/ 216 h 897"/>
                <a:gd name="T42" fmla="*/ 57 w 869"/>
                <a:gd name="T43" fmla="*/ 707 h 897"/>
                <a:gd name="T44" fmla="*/ 53 w 869"/>
                <a:gd name="T45" fmla="*/ 802 h 897"/>
                <a:gd name="T46" fmla="*/ 44 w 869"/>
                <a:gd name="T47" fmla="*/ 838 h 897"/>
                <a:gd name="T48" fmla="*/ 9 w 869"/>
                <a:gd name="T49" fmla="*/ 888 h 897"/>
                <a:gd name="T50" fmla="*/ 0 w 869"/>
                <a:gd name="T51" fmla="*/ 897 h 897"/>
                <a:gd name="T52" fmla="*/ 284 w 869"/>
                <a:gd name="T53" fmla="*/ 897 h 897"/>
                <a:gd name="T54" fmla="*/ 260 w 869"/>
                <a:gd name="T55" fmla="*/ 867 h 897"/>
                <a:gd name="T56" fmla="*/ 245 w 869"/>
                <a:gd name="T57" fmla="*/ 839 h 897"/>
                <a:gd name="T58" fmla="*/ 232 w 869"/>
                <a:gd name="T59" fmla="*/ 761 h 897"/>
                <a:gd name="T60" fmla="*/ 232 w 869"/>
                <a:gd name="T61" fmla="*/ 707 h 897"/>
                <a:gd name="T62" fmla="*/ 232 w 869"/>
                <a:gd name="T63" fmla="*/ 490 h 897"/>
                <a:gd name="T64" fmla="*/ 634 w 869"/>
                <a:gd name="T65" fmla="*/ 490 h 897"/>
                <a:gd name="T66" fmla="*/ 634 w 869"/>
                <a:gd name="T67" fmla="*/ 709 h 897"/>
                <a:gd name="T68" fmla="*/ 630 w 869"/>
                <a:gd name="T69" fmla="*/ 800 h 897"/>
                <a:gd name="T70" fmla="*/ 620 w 869"/>
                <a:gd name="T71" fmla="*/ 838 h 897"/>
                <a:gd name="T72" fmla="*/ 588 w 869"/>
                <a:gd name="T73" fmla="*/ 885 h 897"/>
                <a:gd name="T74" fmla="*/ 575 w 869"/>
                <a:gd name="T75" fmla="*/ 897 h 897"/>
                <a:gd name="T76" fmla="*/ 862 w 869"/>
                <a:gd name="T77" fmla="*/ 897 h 897"/>
                <a:gd name="T78" fmla="*/ 838 w 869"/>
                <a:gd name="T79" fmla="*/ 869 h 897"/>
                <a:gd name="T80" fmla="*/ 821 w 869"/>
                <a:gd name="T81" fmla="*/ 839 h 897"/>
                <a:gd name="T82" fmla="*/ 810 w 869"/>
                <a:gd name="T83" fmla="*/ 758 h 897"/>
                <a:gd name="T84" fmla="*/ 809 w 869"/>
                <a:gd name="T85" fmla="*/ 712 h 897"/>
                <a:gd name="T86" fmla="*/ 810 w 869"/>
                <a:gd name="T87" fmla="*/ 218 h 897"/>
                <a:gd name="T88" fmla="*/ 810 w 869"/>
                <a:gd name="T89" fmla="*/ 16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69" h="897">
                  <a:moveTo>
                    <a:pt x="810" y="165"/>
                  </a:moveTo>
                  <a:lnTo>
                    <a:pt x="810" y="165"/>
                  </a:lnTo>
                  <a:cubicBezTo>
                    <a:pt x="810" y="125"/>
                    <a:pt x="813" y="95"/>
                    <a:pt x="819" y="70"/>
                  </a:cubicBezTo>
                  <a:cubicBezTo>
                    <a:pt x="823" y="59"/>
                    <a:pt x="828" y="48"/>
                    <a:pt x="834" y="37"/>
                  </a:cubicBezTo>
                  <a:cubicBezTo>
                    <a:pt x="843" y="22"/>
                    <a:pt x="850" y="14"/>
                    <a:pt x="869" y="0"/>
                  </a:cubicBezTo>
                  <a:lnTo>
                    <a:pt x="576" y="0"/>
                  </a:lnTo>
                  <a:cubicBezTo>
                    <a:pt x="593" y="14"/>
                    <a:pt x="599" y="20"/>
                    <a:pt x="609" y="36"/>
                  </a:cubicBezTo>
                  <a:cubicBezTo>
                    <a:pt x="616" y="46"/>
                    <a:pt x="621" y="57"/>
                    <a:pt x="624" y="67"/>
                  </a:cubicBezTo>
                  <a:cubicBezTo>
                    <a:pt x="631" y="88"/>
                    <a:pt x="634" y="115"/>
                    <a:pt x="634" y="162"/>
                  </a:cubicBezTo>
                  <a:lnTo>
                    <a:pt x="634" y="379"/>
                  </a:lnTo>
                  <a:lnTo>
                    <a:pt x="232" y="379"/>
                  </a:lnTo>
                  <a:lnTo>
                    <a:pt x="232" y="216"/>
                  </a:lnTo>
                  <a:cubicBezTo>
                    <a:pt x="232" y="166"/>
                    <a:pt x="232" y="134"/>
                    <a:pt x="234" y="109"/>
                  </a:cubicBezTo>
                  <a:cubicBezTo>
                    <a:pt x="235" y="95"/>
                    <a:pt x="238" y="82"/>
                    <a:pt x="241" y="70"/>
                  </a:cubicBezTo>
                  <a:cubicBezTo>
                    <a:pt x="247" y="51"/>
                    <a:pt x="264" y="24"/>
                    <a:pt x="278" y="9"/>
                  </a:cubicBezTo>
                  <a:cubicBezTo>
                    <a:pt x="280" y="7"/>
                    <a:pt x="284" y="4"/>
                    <a:pt x="288" y="0"/>
                  </a:cubicBezTo>
                  <a:lnTo>
                    <a:pt x="1" y="0"/>
                  </a:lnTo>
                  <a:cubicBezTo>
                    <a:pt x="18" y="17"/>
                    <a:pt x="23" y="23"/>
                    <a:pt x="30" y="34"/>
                  </a:cubicBezTo>
                  <a:cubicBezTo>
                    <a:pt x="37" y="43"/>
                    <a:pt x="42" y="53"/>
                    <a:pt x="46" y="64"/>
                  </a:cubicBezTo>
                  <a:cubicBezTo>
                    <a:pt x="53" y="87"/>
                    <a:pt x="55" y="100"/>
                    <a:pt x="56" y="159"/>
                  </a:cubicBezTo>
                  <a:lnTo>
                    <a:pt x="57" y="216"/>
                  </a:lnTo>
                  <a:lnTo>
                    <a:pt x="57" y="707"/>
                  </a:lnTo>
                  <a:cubicBezTo>
                    <a:pt x="57" y="757"/>
                    <a:pt x="56" y="779"/>
                    <a:pt x="53" y="802"/>
                  </a:cubicBezTo>
                  <a:cubicBezTo>
                    <a:pt x="51" y="814"/>
                    <a:pt x="48" y="825"/>
                    <a:pt x="44" y="838"/>
                  </a:cubicBezTo>
                  <a:cubicBezTo>
                    <a:pt x="37" y="857"/>
                    <a:pt x="26" y="872"/>
                    <a:pt x="9" y="888"/>
                  </a:cubicBezTo>
                  <a:cubicBezTo>
                    <a:pt x="7" y="890"/>
                    <a:pt x="4" y="893"/>
                    <a:pt x="0" y="897"/>
                  </a:cubicBezTo>
                  <a:lnTo>
                    <a:pt x="284" y="897"/>
                  </a:lnTo>
                  <a:cubicBezTo>
                    <a:pt x="271" y="884"/>
                    <a:pt x="267" y="878"/>
                    <a:pt x="260" y="867"/>
                  </a:cubicBezTo>
                  <a:cubicBezTo>
                    <a:pt x="254" y="859"/>
                    <a:pt x="249" y="849"/>
                    <a:pt x="245" y="839"/>
                  </a:cubicBezTo>
                  <a:cubicBezTo>
                    <a:pt x="236" y="815"/>
                    <a:pt x="233" y="799"/>
                    <a:pt x="232" y="761"/>
                  </a:cubicBezTo>
                  <a:cubicBezTo>
                    <a:pt x="232" y="741"/>
                    <a:pt x="232" y="724"/>
                    <a:pt x="232" y="707"/>
                  </a:cubicBezTo>
                  <a:lnTo>
                    <a:pt x="232" y="490"/>
                  </a:lnTo>
                  <a:lnTo>
                    <a:pt x="634" y="490"/>
                  </a:lnTo>
                  <a:lnTo>
                    <a:pt x="634" y="709"/>
                  </a:lnTo>
                  <a:cubicBezTo>
                    <a:pt x="634" y="757"/>
                    <a:pt x="633" y="775"/>
                    <a:pt x="630" y="800"/>
                  </a:cubicBezTo>
                  <a:cubicBezTo>
                    <a:pt x="628" y="813"/>
                    <a:pt x="625" y="826"/>
                    <a:pt x="620" y="838"/>
                  </a:cubicBezTo>
                  <a:cubicBezTo>
                    <a:pt x="613" y="855"/>
                    <a:pt x="603" y="871"/>
                    <a:pt x="588" y="885"/>
                  </a:cubicBezTo>
                  <a:cubicBezTo>
                    <a:pt x="585" y="888"/>
                    <a:pt x="581" y="892"/>
                    <a:pt x="575" y="897"/>
                  </a:cubicBezTo>
                  <a:lnTo>
                    <a:pt x="862" y="897"/>
                  </a:lnTo>
                  <a:cubicBezTo>
                    <a:pt x="850" y="885"/>
                    <a:pt x="846" y="880"/>
                    <a:pt x="838" y="869"/>
                  </a:cubicBezTo>
                  <a:cubicBezTo>
                    <a:pt x="831" y="859"/>
                    <a:pt x="825" y="849"/>
                    <a:pt x="821" y="839"/>
                  </a:cubicBezTo>
                  <a:cubicBezTo>
                    <a:pt x="813" y="818"/>
                    <a:pt x="811" y="803"/>
                    <a:pt x="810" y="758"/>
                  </a:cubicBezTo>
                  <a:cubicBezTo>
                    <a:pt x="809" y="732"/>
                    <a:pt x="809" y="717"/>
                    <a:pt x="809" y="712"/>
                  </a:cubicBezTo>
                  <a:lnTo>
                    <a:pt x="810" y="218"/>
                  </a:lnTo>
                  <a:lnTo>
                    <a:pt x="810" y="16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3" name="Freeform 8">
              <a:extLst>
                <a:ext uri="{FF2B5EF4-FFF2-40B4-BE49-F238E27FC236}">
                  <a16:creationId xmlns:a16="http://schemas.microsoft.com/office/drawing/2014/main" id="{496A2B87-B514-4AB1-A663-49F359EF9F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2" y="197"/>
              <a:ext cx="73" cy="80"/>
            </a:xfrm>
            <a:custGeom>
              <a:avLst/>
              <a:gdLst>
                <a:gd name="T0" fmla="*/ 408 w 822"/>
                <a:gd name="T1" fmla="*/ 395 h 897"/>
                <a:gd name="T2" fmla="*/ 408 w 822"/>
                <a:gd name="T3" fmla="*/ 395 h 897"/>
                <a:gd name="T4" fmla="*/ 295 w 822"/>
                <a:gd name="T5" fmla="*/ 431 h 897"/>
                <a:gd name="T6" fmla="*/ 248 w 822"/>
                <a:gd name="T7" fmla="*/ 435 h 897"/>
                <a:gd name="T8" fmla="*/ 233 w 822"/>
                <a:gd name="T9" fmla="*/ 435 h 897"/>
                <a:gd name="T10" fmla="*/ 233 w 822"/>
                <a:gd name="T11" fmla="*/ 103 h 897"/>
                <a:gd name="T12" fmla="*/ 257 w 822"/>
                <a:gd name="T13" fmla="*/ 102 h 897"/>
                <a:gd name="T14" fmla="*/ 378 w 822"/>
                <a:gd name="T15" fmla="*/ 117 h 897"/>
                <a:gd name="T16" fmla="*/ 439 w 822"/>
                <a:gd name="T17" fmla="*/ 149 h 897"/>
                <a:gd name="T18" fmla="*/ 485 w 822"/>
                <a:gd name="T19" fmla="*/ 260 h 897"/>
                <a:gd name="T20" fmla="*/ 450 w 822"/>
                <a:gd name="T21" fmla="*/ 361 h 897"/>
                <a:gd name="T22" fmla="*/ 408 w 822"/>
                <a:gd name="T23" fmla="*/ 395 h 897"/>
                <a:gd name="T24" fmla="*/ 408 w 822"/>
                <a:gd name="T25" fmla="*/ 395 h 897"/>
                <a:gd name="T26" fmla="*/ 750 w 822"/>
                <a:gd name="T27" fmla="*/ 835 h 897"/>
                <a:gd name="T28" fmla="*/ 750 w 822"/>
                <a:gd name="T29" fmla="*/ 835 h 897"/>
                <a:gd name="T30" fmla="*/ 649 w 822"/>
                <a:gd name="T31" fmla="*/ 730 h 897"/>
                <a:gd name="T32" fmla="*/ 583 w 822"/>
                <a:gd name="T33" fmla="*/ 657 h 897"/>
                <a:gd name="T34" fmla="*/ 444 w 822"/>
                <a:gd name="T35" fmla="*/ 493 h 897"/>
                <a:gd name="T36" fmla="*/ 484 w 822"/>
                <a:gd name="T37" fmla="*/ 480 h 897"/>
                <a:gd name="T38" fmla="*/ 594 w 822"/>
                <a:gd name="T39" fmla="*/ 416 h 897"/>
                <a:gd name="T40" fmla="*/ 665 w 822"/>
                <a:gd name="T41" fmla="*/ 313 h 897"/>
                <a:gd name="T42" fmla="*/ 676 w 822"/>
                <a:gd name="T43" fmla="*/ 244 h 897"/>
                <a:gd name="T44" fmla="*/ 615 w 822"/>
                <a:gd name="T45" fmla="*/ 97 h 897"/>
                <a:gd name="T46" fmla="*/ 470 w 822"/>
                <a:gd name="T47" fmla="*/ 16 h 897"/>
                <a:gd name="T48" fmla="*/ 316 w 822"/>
                <a:gd name="T49" fmla="*/ 1 h 897"/>
                <a:gd name="T50" fmla="*/ 233 w 822"/>
                <a:gd name="T51" fmla="*/ 0 h 897"/>
                <a:gd name="T52" fmla="*/ 2 w 822"/>
                <a:gd name="T53" fmla="*/ 0 h 897"/>
                <a:gd name="T54" fmla="*/ 32 w 822"/>
                <a:gd name="T55" fmla="*/ 33 h 897"/>
                <a:gd name="T56" fmla="*/ 47 w 822"/>
                <a:gd name="T57" fmla="*/ 66 h 897"/>
                <a:gd name="T58" fmla="*/ 56 w 822"/>
                <a:gd name="T59" fmla="*/ 162 h 897"/>
                <a:gd name="T60" fmla="*/ 56 w 822"/>
                <a:gd name="T61" fmla="*/ 750 h 897"/>
                <a:gd name="T62" fmla="*/ 46 w 822"/>
                <a:gd name="T63" fmla="*/ 837 h 897"/>
                <a:gd name="T64" fmla="*/ 31 w 822"/>
                <a:gd name="T65" fmla="*/ 865 h 897"/>
                <a:gd name="T66" fmla="*/ 0 w 822"/>
                <a:gd name="T67" fmla="*/ 897 h 897"/>
                <a:gd name="T68" fmla="*/ 285 w 822"/>
                <a:gd name="T69" fmla="*/ 897 h 897"/>
                <a:gd name="T70" fmla="*/ 261 w 822"/>
                <a:gd name="T71" fmla="*/ 867 h 897"/>
                <a:gd name="T72" fmla="*/ 245 w 822"/>
                <a:gd name="T73" fmla="*/ 840 h 897"/>
                <a:gd name="T74" fmla="*/ 234 w 822"/>
                <a:gd name="T75" fmla="*/ 757 h 897"/>
                <a:gd name="T76" fmla="*/ 233 w 822"/>
                <a:gd name="T77" fmla="*/ 712 h 897"/>
                <a:gd name="T78" fmla="*/ 233 w 822"/>
                <a:gd name="T79" fmla="*/ 510 h 897"/>
                <a:gd name="T80" fmla="*/ 400 w 822"/>
                <a:gd name="T81" fmla="*/ 710 h 897"/>
                <a:gd name="T82" fmla="*/ 437 w 822"/>
                <a:gd name="T83" fmla="*/ 753 h 897"/>
                <a:gd name="T84" fmla="*/ 481 w 822"/>
                <a:gd name="T85" fmla="*/ 801 h 897"/>
                <a:gd name="T86" fmla="*/ 573 w 822"/>
                <a:gd name="T87" fmla="*/ 875 h 897"/>
                <a:gd name="T88" fmla="*/ 662 w 822"/>
                <a:gd name="T89" fmla="*/ 896 h 897"/>
                <a:gd name="T90" fmla="*/ 709 w 822"/>
                <a:gd name="T91" fmla="*/ 897 h 897"/>
                <a:gd name="T92" fmla="*/ 822 w 822"/>
                <a:gd name="T93" fmla="*/ 897 h 897"/>
                <a:gd name="T94" fmla="*/ 789 w 822"/>
                <a:gd name="T95" fmla="*/ 870 h 897"/>
                <a:gd name="T96" fmla="*/ 750 w 822"/>
                <a:gd name="T97" fmla="*/ 83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2" h="897">
                  <a:moveTo>
                    <a:pt x="408" y="395"/>
                  </a:moveTo>
                  <a:lnTo>
                    <a:pt x="408" y="395"/>
                  </a:lnTo>
                  <a:cubicBezTo>
                    <a:pt x="376" y="413"/>
                    <a:pt x="343" y="424"/>
                    <a:pt x="295" y="431"/>
                  </a:cubicBezTo>
                  <a:cubicBezTo>
                    <a:pt x="277" y="434"/>
                    <a:pt x="261" y="435"/>
                    <a:pt x="248" y="435"/>
                  </a:cubicBezTo>
                  <a:cubicBezTo>
                    <a:pt x="243" y="435"/>
                    <a:pt x="240" y="435"/>
                    <a:pt x="233" y="435"/>
                  </a:cubicBezTo>
                  <a:lnTo>
                    <a:pt x="233" y="103"/>
                  </a:lnTo>
                  <a:cubicBezTo>
                    <a:pt x="245" y="102"/>
                    <a:pt x="249" y="102"/>
                    <a:pt x="257" y="102"/>
                  </a:cubicBezTo>
                  <a:cubicBezTo>
                    <a:pt x="301" y="102"/>
                    <a:pt x="344" y="107"/>
                    <a:pt x="378" y="117"/>
                  </a:cubicBezTo>
                  <a:cubicBezTo>
                    <a:pt x="400" y="123"/>
                    <a:pt x="421" y="135"/>
                    <a:pt x="439" y="149"/>
                  </a:cubicBezTo>
                  <a:cubicBezTo>
                    <a:pt x="469" y="175"/>
                    <a:pt x="485" y="213"/>
                    <a:pt x="485" y="260"/>
                  </a:cubicBezTo>
                  <a:cubicBezTo>
                    <a:pt x="485" y="300"/>
                    <a:pt x="473" y="335"/>
                    <a:pt x="450" y="361"/>
                  </a:cubicBezTo>
                  <a:cubicBezTo>
                    <a:pt x="439" y="373"/>
                    <a:pt x="425" y="385"/>
                    <a:pt x="408" y="395"/>
                  </a:cubicBezTo>
                  <a:lnTo>
                    <a:pt x="408" y="395"/>
                  </a:lnTo>
                  <a:close/>
                  <a:moveTo>
                    <a:pt x="750" y="835"/>
                  </a:moveTo>
                  <a:lnTo>
                    <a:pt x="750" y="835"/>
                  </a:lnTo>
                  <a:cubicBezTo>
                    <a:pt x="719" y="804"/>
                    <a:pt x="691" y="776"/>
                    <a:pt x="649" y="730"/>
                  </a:cubicBezTo>
                  <a:cubicBezTo>
                    <a:pt x="622" y="702"/>
                    <a:pt x="600" y="677"/>
                    <a:pt x="583" y="657"/>
                  </a:cubicBezTo>
                  <a:lnTo>
                    <a:pt x="444" y="493"/>
                  </a:lnTo>
                  <a:cubicBezTo>
                    <a:pt x="461" y="488"/>
                    <a:pt x="468" y="486"/>
                    <a:pt x="484" y="480"/>
                  </a:cubicBezTo>
                  <a:cubicBezTo>
                    <a:pt x="529" y="462"/>
                    <a:pt x="563" y="442"/>
                    <a:pt x="594" y="416"/>
                  </a:cubicBezTo>
                  <a:cubicBezTo>
                    <a:pt x="630" y="386"/>
                    <a:pt x="652" y="354"/>
                    <a:pt x="665" y="313"/>
                  </a:cubicBezTo>
                  <a:cubicBezTo>
                    <a:pt x="673" y="291"/>
                    <a:pt x="676" y="267"/>
                    <a:pt x="676" y="244"/>
                  </a:cubicBezTo>
                  <a:cubicBezTo>
                    <a:pt x="676" y="189"/>
                    <a:pt x="656" y="139"/>
                    <a:pt x="615" y="97"/>
                  </a:cubicBezTo>
                  <a:cubicBezTo>
                    <a:pt x="579" y="58"/>
                    <a:pt x="527" y="30"/>
                    <a:pt x="470" y="16"/>
                  </a:cubicBezTo>
                  <a:cubicBezTo>
                    <a:pt x="429" y="7"/>
                    <a:pt x="388" y="2"/>
                    <a:pt x="316" y="1"/>
                  </a:cubicBezTo>
                  <a:cubicBezTo>
                    <a:pt x="289" y="0"/>
                    <a:pt x="262" y="0"/>
                    <a:pt x="233" y="0"/>
                  </a:cubicBezTo>
                  <a:lnTo>
                    <a:pt x="2" y="0"/>
                  </a:lnTo>
                  <a:cubicBezTo>
                    <a:pt x="17" y="14"/>
                    <a:pt x="23" y="20"/>
                    <a:pt x="32" y="33"/>
                  </a:cubicBezTo>
                  <a:cubicBezTo>
                    <a:pt x="38" y="44"/>
                    <a:pt x="44" y="55"/>
                    <a:pt x="47" y="66"/>
                  </a:cubicBezTo>
                  <a:cubicBezTo>
                    <a:pt x="53" y="86"/>
                    <a:pt x="56" y="114"/>
                    <a:pt x="56" y="162"/>
                  </a:cubicBezTo>
                  <a:lnTo>
                    <a:pt x="56" y="750"/>
                  </a:lnTo>
                  <a:cubicBezTo>
                    <a:pt x="56" y="793"/>
                    <a:pt x="53" y="817"/>
                    <a:pt x="46" y="837"/>
                  </a:cubicBezTo>
                  <a:cubicBezTo>
                    <a:pt x="42" y="847"/>
                    <a:pt x="37" y="857"/>
                    <a:pt x="31" y="865"/>
                  </a:cubicBezTo>
                  <a:cubicBezTo>
                    <a:pt x="22" y="876"/>
                    <a:pt x="17" y="882"/>
                    <a:pt x="0" y="897"/>
                  </a:cubicBezTo>
                  <a:lnTo>
                    <a:pt x="285" y="897"/>
                  </a:lnTo>
                  <a:cubicBezTo>
                    <a:pt x="273" y="883"/>
                    <a:pt x="269" y="878"/>
                    <a:pt x="261" y="867"/>
                  </a:cubicBezTo>
                  <a:cubicBezTo>
                    <a:pt x="254" y="859"/>
                    <a:pt x="249" y="850"/>
                    <a:pt x="245" y="840"/>
                  </a:cubicBezTo>
                  <a:cubicBezTo>
                    <a:pt x="238" y="820"/>
                    <a:pt x="234" y="799"/>
                    <a:pt x="234" y="757"/>
                  </a:cubicBezTo>
                  <a:cubicBezTo>
                    <a:pt x="234" y="744"/>
                    <a:pt x="233" y="729"/>
                    <a:pt x="233" y="712"/>
                  </a:cubicBezTo>
                  <a:lnTo>
                    <a:pt x="233" y="510"/>
                  </a:lnTo>
                  <a:lnTo>
                    <a:pt x="400" y="710"/>
                  </a:lnTo>
                  <a:cubicBezTo>
                    <a:pt x="407" y="719"/>
                    <a:pt x="420" y="734"/>
                    <a:pt x="437" y="753"/>
                  </a:cubicBezTo>
                  <a:cubicBezTo>
                    <a:pt x="456" y="775"/>
                    <a:pt x="471" y="791"/>
                    <a:pt x="481" y="801"/>
                  </a:cubicBezTo>
                  <a:cubicBezTo>
                    <a:pt x="513" y="835"/>
                    <a:pt x="543" y="859"/>
                    <a:pt x="573" y="875"/>
                  </a:cubicBezTo>
                  <a:cubicBezTo>
                    <a:pt x="599" y="889"/>
                    <a:pt x="624" y="895"/>
                    <a:pt x="662" y="896"/>
                  </a:cubicBezTo>
                  <a:cubicBezTo>
                    <a:pt x="677" y="897"/>
                    <a:pt x="693" y="897"/>
                    <a:pt x="709" y="897"/>
                  </a:cubicBezTo>
                  <a:lnTo>
                    <a:pt x="822" y="897"/>
                  </a:lnTo>
                  <a:cubicBezTo>
                    <a:pt x="807" y="885"/>
                    <a:pt x="800" y="880"/>
                    <a:pt x="789" y="870"/>
                  </a:cubicBezTo>
                  <a:cubicBezTo>
                    <a:pt x="777" y="859"/>
                    <a:pt x="764" y="848"/>
                    <a:pt x="750" y="83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4" name="Freeform 9">
              <a:extLst>
                <a:ext uri="{FF2B5EF4-FFF2-40B4-BE49-F238E27FC236}">
                  <a16:creationId xmlns:a16="http://schemas.microsoft.com/office/drawing/2014/main" id="{5B91E5E6-4550-4277-98FA-AE1B3122BB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9" y="195"/>
              <a:ext cx="68" cy="84"/>
            </a:xfrm>
            <a:custGeom>
              <a:avLst/>
              <a:gdLst>
                <a:gd name="T0" fmla="*/ 668 w 765"/>
                <a:gd name="T1" fmla="*/ 790 h 944"/>
                <a:gd name="T2" fmla="*/ 668 w 765"/>
                <a:gd name="T3" fmla="*/ 790 h 944"/>
                <a:gd name="T4" fmla="*/ 512 w 765"/>
                <a:gd name="T5" fmla="*/ 823 h 944"/>
                <a:gd name="T6" fmla="*/ 281 w 765"/>
                <a:gd name="T7" fmla="*/ 727 h 944"/>
                <a:gd name="T8" fmla="*/ 191 w 765"/>
                <a:gd name="T9" fmla="*/ 478 h 944"/>
                <a:gd name="T10" fmla="*/ 272 w 765"/>
                <a:gd name="T11" fmla="*/ 236 h 944"/>
                <a:gd name="T12" fmla="*/ 354 w 765"/>
                <a:gd name="T13" fmla="*/ 170 h 944"/>
                <a:gd name="T14" fmla="*/ 527 w 765"/>
                <a:gd name="T15" fmla="*/ 126 h 944"/>
                <a:gd name="T16" fmla="*/ 688 w 765"/>
                <a:gd name="T17" fmla="*/ 159 h 944"/>
                <a:gd name="T18" fmla="*/ 762 w 765"/>
                <a:gd name="T19" fmla="*/ 199 h 944"/>
                <a:gd name="T20" fmla="*/ 762 w 765"/>
                <a:gd name="T21" fmla="*/ 31 h 944"/>
                <a:gd name="T22" fmla="*/ 708 w 765"/>
                <a:gd name="T23" fmla="*/ 16 h 944"/>
                <a:gd name="T24" fmla="*/ 550 w 765"/>
                <a:gd name="T25" fmla="*/ 0 h 944"/>
                <a:gd name="T26" fmla="*/ 294 w 765"/>
                <a:gd name="T27" fmla="*/ 48 h 944"/>
                <a:gd name="T28" fmla="*/ 171 w 765"/>
                <a:gd name="T29" fmla="*/ 121 h 944"/>
                <a:gd name="T30" fmla="*/ 0 w 765"/>
                <a:gd name="T31" fmla="*/ 488 h 944"/>
                <a:gd name="T32" fmla="*/ 164 w 765"/>
                <a:gd name="T33" fmla="*/ 840 h 944"/>
                <a:gd name="T34" fmla="*/ 499 w 765"/>
                <a:gd name="T35" fmla="*/ 944 h 944"/>
                <a:gd name="T36" fmla="*/ 751 w 765"/>
                <a:gd name="T37" fmla="*/ 904 h 944"/>
                <a:gd name="T38" fmla="*/ 765 w 765"/>
                <a:gd name="T39" fmla="*/ 899 h 944"/>
                <a:gd name="T40" fmla="*/ 765 w 765"/>
                <a:gd name="T41" fmla="*/ 736 h 944"/>
                <a:gd name="T42" fmla="*/ 724 w 765"/>
                <a:gd name="T43" fmla="*/ 763 h 944"/>
                <a:gd name="T44" fmla="*/ 668 w 765"/>
                <a:gd name="T45" fmla="*/ 790 h 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65" h="944">
                  <a:moveTo>
                    <a:pt x="668" y="790"/>
                  </a:moveTo>
                  <a:lnTo>
                    <a:pt x="668" y="790"/>
                  </a:lnTo>
                  <a:cubicBezTo>
                    <a:pt x="614" y="813"/>
                    <a:pt x="565" y="823"/>
                    <a:pt x="512" y="823"/>
                  </a:cubicBezTo>
                  <a:cubicBezTo>
                    <a:pt x="419" y="823"/>
                    <a:pt x="340" y="790"/>
                    <a:pt x="281" y="727"/>
                  </a:cubicBezTo>
                  <a:cubicBezTo>
                    <a:pt x="222" y="664"/>
                    <a:pt x="191" y="577"/>
                    <a:pt x="191" y="478"/>
                  </a:cubicBezTo>
                  <a:cubicBezTo>
                    <a:pt x="191" y="384"/>
                    <a:pt x="220" y="297"/>
                    <a:pt x="272" y="236"/>
                  </a:cubicBezTo>
                  <a:cubicBezTo>
                    <a:pt x="295" y="210"/>
                    <a:pt x="322" y="187"/>
                    <a:pt x="354" y="170"/>
                  </a:cubicBezTo>
                  <a:cubicBezTo>
                    <a:pt x="404" y="141"/>
                    <a:pt x="463" y="126"/>
                    <a:pt x="527" y="126"/>
                  </a:cubicBezTo>
                  <a:cubicBezTo>
                    <a:pt x="582" y="126"/>
                    <a:pt x="635" y="137"/>
                    <a:pt x="688" y="159"/>
                  </a:cubicBezTo>
                  <a:cubicBezTo>
                    <a:pt x="722" y="172"/>
                    <a:pt x="734" y="179"/>
                    <a:pt x="762" y="199"/>
                  </a:cubicBezTo>
                  <a:lnTo>
                    <a:pt x="762" y="31"/>
                  </a:lnTo>
                  <a:cubicBezTo>
                    <a:pt x="740" y="24"/>
                    <a:pt x="731" y="21"/>
                    <a:pt x="708" y="16"/>
                  </a:cubicBezTo>
                  <a:cubicBezTo>
                    <a:pt x="656" y="5"/>
                    <a:pt x="606" y="0"/>
                    <a:pt x="550" y="0"/>
                  </a:cubicBezTo>
                  <a:cubicBezTo>
                    <a:pt x="453" y="0"/>
                    <a:pt x="370" y="16"/>
                    <a:pt x="294" y="48"/>
                  </a:cubicBezTo>
                  <a:cubicBezTo>
                    <a:pt x="249" y="67"/>
                    <a:pt x="207" y="91"/>
                    <a:pt x="171" y="121"/>
                  </a:cubicBezTo>
                  <a:cubicBezTo>
                    <a:pt x="60" y="210"/>
                    <a:pt x="0" y="339"/>
                    <a:pt x="0" y="488"/>
                  </a:cubicBezTo>
                  <a:cubicBezTo>
                    <a:pt x="0" y="632"/>
                    <a:pt x="58" y="756"/>
                    <a:pt x="164" y="840"/>
                  </a:cubicBezTo>
                  <a:cubicBezTo>
                    <a:pt x="251" y="909"/>
                    <a:pt x="364" y="944"/>
                    <a:pt x="499" y="944"/>
                  </a:cubicBezTo>
                  <a:cubicBezTo>
                    <a:pt x="583" y="944"/>
                    <a:pt x="662" y="931"/>
                    <a:pt x="751" y="904"/>
                  </a:cubicBezTo>
                  <a:cubicBezTo>
                    <a:pt x="754" y="903"/>
                    <a:pt x="759" y="901"/>
                    <a:pt x="765" y="899"/>
                  </a:cubicBezTo>
                  <a:lnTo>
                    <a:pt x="765" y="736"/>
                  </a:lnTo>
                  <a:cubicBezTo>
                    <a:pt x="744" y="750"/>
                    <a:pt x="736" y="755"/>
                    <a:pt x="724" y="763"/>
                  </a:cubicBezTo>
                  <a:cubicBezTo>
                    <a:pt x="706" y="773"/>
                    <a:pt x="688" y="782"/>
                    <a:pt x="668" y="79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5" name="Freeform 10">
              <a:extLst>
                <a:ext uri="{FF2B5EF4-FFF2-40B4-BE49-F238E27FC236}">
                  <a16:creationId xmlns:a16="http://schemas.microsoft.com/office/drawing/2014/main" id="{71928B10-98A5-45DC-AFAA-408EC76852B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1" y="197"/>
              <a:ext cx="78" cy="83"/>
            </a:xfrm>
            <a:custGeom>
              <a:avLst/>
              <a:gdLst>
                <a:gd name="T0" fmla="*/ 631 w 885"/>
                <a:gd name="T1" fmla="*/ 34 h 927"/>
                <a:gd name="T2" fmla="*/ 631 w 885"/>
                <a:gd name="T3" fmla="*/ 34 h 927"/>
                <a:gd name="T4" fmla="*/ 644 w 885"/>
                <a:gd name="T5" fmla="*/ 65 h 927"/>
                <a:gd name="T6" fmla="*/ 652 w 885"/>
                <a:gd name="T7" fmla="*/ 159 h 927"/>
                <a:gd name="T8" fmla="*/ 652 w 885"/>
                <a:gd name="T9" fmla="*/ 500 h 927"/>
                <a:gd name="T10" fmla="*/ 645 w 885"/>
                <a:gd name="T11" fmla="*/ 652 h 927"/>
                <a:gd name="T12" fmla="*/ 621 w 885"/>
                <a:gd name="T13" fmla="*/ 718 h 927"/>
                <a:gd name="T14" fmla="*/ 511 w 885"/>
                <a:gd name="T15" fmla="*/ 795 h 927"/>
                <a:gd name="T16" fmla="*/ 448 w 885"/>
                <a:gd name="T17" fmla="*/ 802 h 927"/>
                <a:gd name="T18" fmla="*/ 272 w 885"/>
                <a:gd name="T19" fmla="*/ 726 h 927"/>
                <a:gd name="T20" fmla="*/ 240 w 885"/>
                <a:gd name="T21" fmla="*/ 562 h 927"/>
                <a:gd name="T22" fmla="*/ 239 w 885"/>
                <a:gd name="T23" fmla="*/ 488 h 927"/>
                <a:gd name="T24" fmla="*/ 239 w 885"/>
                <a:gd name="T25" fmla="*/ 218 h 927"/>
                <a:gd name="T26" fmla="*/ 241 w 885"/>
                <a:gd name="T27" fmla="*/ 114 h 927"/>
                <a:gd name="T28" fmla="*/ 248 w 885"/>
                <a:gd name="T29" fmla="*/ 73 h 927"/>
                <a:gd name="T30" fmla="*/ 284 w 885"/>
                <a:gd name="T31" fmla="*/ 8 h 927"/>
                <a:gd name="T32" fmla="*/ 291 w 885"/>
                <a:gd name="T33" fmla="*/ 0 h 927"/>
                <a:gd name="T34" fmla="*/ 0 w 885"/>
                <a:gd name="T35" fmla="*/ 0 h 927"/>
                <a:gd name="T36" fmla="*/ 32 w 885"/>
                <a:gd name="T37" fmla="*/ 36 h 927"/>
                <a:gd name="T38" fmla="*/ 45 w 885"/>
                <a:gd name="T39" fmla="*/ 67 h 927"/>
                <a:gd name="T40" fmla="*/ 51 w 885"/>
                <a:gd name="T41" fmla="*/ 109 h 927"/>
                <a:gd name="T42" fmla="*/ 51 w 885"/>
                <a:gd name="T43" fmla="*/ 164 h 927"/>
                <a:gd name="T44" fmla="*/ 52 w 885"/>
                <a:gd name="T45" fmla="*/ 216 h 927"/>
                <a:gd name="T46" fmla="*/ 52 w 885"/>
                <a:gd name="T47" fmla="*/ 473 h 927"/>
                <a:gd name="T48" fmla="*/ 55 w 885"/>
                <a:gd name="T49" fmla="*/ 631 h 927"/>
                <a:gd name="T50" fmla="*/ 118 w 885"/>
                <a:gd name="T51" fmla="*/ 796 h 927"/>
                <a:gd name="T52" fmla="*/ 435 w 885"/>
                <a:gd name="T53" fmla="*/ 927 h 927"/>
                <a:gd name="T54" fmla="*/ 615 w 885"/>
                <a:gd name="T55" fmla="*/ 898 h 927"/>
                <a:gd name="T56" fmla="*/ 748 w 885"/>
                <a:gd name="T57" fmla="*/ 809 h 927"/>
                <a:gd name="T58" fmla="*/ 821 w 885"/>
                <a:gd name="T59" fmla="*/ 635 h 927"/>
                <a:gd name="T60" fmla="*/ 827 w 885"/>
                <a:gd name="T61" fmla="*/ 475 h 927"/>
                <a:gd name="T62" fmla="*/ 827 w 885"/>
                <a:gd name="T63" fmla="*/ 217 h 927"/>
                <a:gd name="T64" fmla="*/ 826 w 885"/>
                <a:gd name="T65" fmla="*/ 165 h 927"/>
                <a:gd name="T66" fmla="*/ 826 w 885"/>
                <a:gd name="T67" fmla="*/ 155 h 927"/>
                <a:gd name="T68" fmla="*/ 834 w 885"/>
                <a:gd name="T69" fmla="*/ 73 h 927"/>
                <a:gd name="T70" fmla="*/ 849 w 885"/>
                <a:gd name="T71" fmla="*/ 37 h 927"/>
                <a:gd name="T72" fmla="*/ 885 w 885"/>
                <a:gd name="T73" fmla="*/ 0 h 927"/>
                <a:gd name="T74" fmla="*/ 599 w 885"/>
                <a:gd name="T75" fmla="*/ 0 h 927"/>
                <a:gd name="T76" fmla="*/ 631 w 885"/>
                <a:gd name="T77" fmla="*/ 34 h 9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85" h="927">
                  <a:moveTo>
                    <a:pt x="631" y="34"/>
                  </a:moveTo>
                  <a:lnTo>
                    <a:pt x="631" y="34"/>
                  </a:lnTo>
                  <a:cubicBezTo>
                    <a:pt x="637" y="44"/>
                    <a:pt x="641" y="54"/>
                    <a:pt x="644" y="65"/>
                  </a:cubicBezTo>
                  <a:cubicBezTo>
                    <a:pt x="650" y="87"/>
                    <a:pt x="652" y="108"/>
                    <a:pt x="652" y="159"/>
                  </a:cubicBezTo>
                  <a:lnTo>
                    <a:pt x="652" y="500"/>
                  </a:lnTo>
                  <a:cubicBezTo>
                    <a:pt x="652" y="573"/>
                    <a:pt x="650" y="617"/>
                    <a:pt x="645" y="652"/>
                  </a:cubicBezTo>
                  <a:cubicBezTo>
                    <a:pt x="641" y="676"/>
                    <a:pt x="633" y="698"/>
                    <a:pt x="621" y="718"/>
                  </a:cubicBezTo>
                  <a:cubicBezTo>
                    <a:pt x="600" y="755"/>
                    <a:pt x="559" y="783"/>
                    <a:pt x="511" y="795"/>
                  </a:cubicBezTo>
                  <a:cubicBezTo>
                    <a:pt x="492" y="800"/>
                    <a:pt x="470" y="802"/>
                    <a:pt x="448" y="802"/>
                  </a:cubicBezTo>
                  <a:cubicBezTo>
                    <a:pt x="371" y="802"/>
                    <a:pt x="304" y="773"/>
                    <a:pt x="272" y="726"/>
                  </a:cubicBezTo>
                  <a:cubicBezTo>
                    <a:pt x="248" y="690"/>
                    <a:pt x="241" y="655"/>
                    <a:pt x="240" y="562"/>
                  </a:cubicBezTo>
                  <a:lnTo>
                    <a:pt x="239" y="488"/>
                  </a:lnTo>
                  <a:lnTo>
                    <a:pt x="239" y="218"/>
                  </a:lnTo>
                  <a:cubicBezTo>
                    <a:pt x="239" y="166"/>
                    <a:pt x="239" y="141"/>
                    <a:pt x="241" y="114"/>
                  </a:cubicBezTo>
                  <a:cubicBezTo>
                    <a:pt x="242" y="98"/>
                    <a:pt x="244" y="84"/>
                    <a:pt x="248" y="73"/>
                  </a:cubicBezTo>
                  <a:cubicBezTo>
                    <a:pt x="254" y="52"/>
                    <a:pt x="269" y="25"/>
                    <a:pt x="284" y="8"/>
                  </a:cubicBezTo>
                  <a:cubicBezTo>
                    <a:pt x="286" y="6"/>
                    <a:pt x="288" y="3"/>
                    <a:pt x="291" y="0"/>
                  </a:cubicBezTo>
                  <a:lnTo>
                    <a:pt x="0" y="0"/>
                  </a:lnTo>
                  <a:cubicBezTo>
                    <a:pt x="18" y="15"/>
                    <a:pt x="23" y="21"/>
                    <a:pt x="32" y="36"/>
                  </a:cubicBezTo>
                  <a:cubicBezTo>
                    <a:pt x="38" y="46"/>
                    <a:pt x="42" y="56"/>
                    <a:pt x="45" y="67"/>
                  </a:cubicBezTo>
                  <a:cubicBezTo>
                    <a:pt x="48" y="81"/>
                    <a:pt x="51" y="95"/>
                    <a:pt x="51" y="109"/>
                  </a:cubicBezTo>
                  <a:cubicBezTo>
                    <a:pt x="51" y="117"/>
                    <a:pt x="51" y="136"/>
                    <a:pt x="51" y="164"/>
                  </a:cubicBezTo>
                  <a:lnTo>
                    <a:pt x="52" y="216"/>
                  </a:lnTo>
                  <a:lnTo>
                    <a:pt x="52" y="473"/>
                  </a:lnTo>
                  <a:cubicBezTo>
                    <a:pt x="52" y="569"/>
                    <a:pt x="52" y="593"/>
                    <a:pt x="55" y="631"/>
                  </a:cubicBezTo>
                  <a:cubicBezTo>
                    <a:pt x="61" y="697"/>
                    <a:pt x="80" y="749"/>
                    <a:pt x="118" y="796"/>
                  </a:cubicBezTo>
                  <a:cubicBezTo>
                    <a:pt x="186" y="882"/>
                    <a:pt x="295" y="927"/>
                    <a:pt x="435" y="927"/>
                  </a:cubicBezTo>
                  <a:cubicBezTo>
                    <a:pt x="501" y="927"/>
                    <a:pt x="566" y="916"/>
                    <a:pt x="615" y="898"/>
                  </a:cubicBezTo>
                  <a:cubicBezTo>
                    <a:pt x="667" y="879"/>
                    <a:pt x="714" y="847"/>
                    <a:pt x="748" y="809"/>
                  </a:cubicBezTo>
                  <a:cubicBezTo>
                    <a:pt x="790" y="763"/>
                    <a:pt x="814" y="705"/>
                    <a:pt x="821" y="635"/>
                  </a:cubicBezTo>
                  <a:cubicBezTo>
                    <a:pt x="825" y="594"/>
                    <a:pt x="827" y="545"/>
                    <a:pt x="827" y="475"/>
                  </a:cubicBezTo>
                  <a:lnTo>
                    <a:pt x="827" y="217"/>
                  </a:lnTo>
                  <a:lnTo>
                    <a:pt x="826" y="165"/>
                  </a:lnTo>
                  <a:lnTo>
                    <a:pt x="826" y="155"/>
                  </a:lnTo>
                  <a:cubicBezTo>
                    <a:pt x="826" y="117"/>
                    <a:pt x="828" y="94"/>
                    <a:pt x="834" y="73"/>
                  </a:cubicBezTo>
                  <a:cubicBezTo>
                    <a:pt x="837" y="61"/>
                    <a:pt x="842" y="48"/>
                    <a:pt x="849" y="37"/>
                  </a:cubicBezTo>
                  <a:cubicBezTo>
                    <a:pt x="859" y="22"/>
                    <a:pt x="866" y="15"/>
                    <a:pt x="885" y="0"/>
                  </a:cubicBezTo>
                  <a:lnTo>
                    <a:pt x="599" y="0"/>
                  </a:lnTo>
                  <a:cubicBezTo>
                    <a:pt x="616" y="13"/>
                    <a:pt x="622" y="20"/>
                    <a:pt x="631" y="3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BF5BE95A-B1EF-4598-9A4B-E23DD9E084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1" y="197"/>
              <a:ext cx="77" cy="80"/>
            </a:xfrm>
            <a:custGeom>
              <a:avLst/>
              <a:gdLst>
                <a:gd name="T0" fmla="*/ 654 w 865"/>
                <a:gd name="T1" fmla="*/ 771 h 897"/>
                <a:gd name="T2" fmla="*/ 654 w 865"/>
                <a:gd name="T3" fmla="*/ 771 h 897"/>
                <a:gd name="T4" fmla="*/ 513 w 865"/>
                <a:gd name="T5" fmla="*/ 783 h 897"/>
                <a:gd name="T6" fmla="*/ 442 w 865"/>
                <a:gd name="T7" fmla="*/ 784 h 897"/>
                <a:gd name="T8" fmla="*/ 304 w 865"/>
                <a:gd name="T9" fmla="*/ 784 h 897"/>
                <a:gd name="T10" fmla="*/ 848 w 865"/>
                <a:gd name="T11" fmla="*/ 0 h 897"/>
                <a:gd name="T12" fmla="*/ 143 w 865"/>
                <a:gd name="T13" fmla="*/ 0 h 897"/>
                <a:gd name="T14" fmla="*/ 56 w 865"/>
                <a:gd name="T15" fmla="*/ 191 h 897"/>
                <a:gd name="T16" fmla="*/ 121 w 865"/>
                <a:gd name="T17" fmla="*/ 160 h 897"/>
                <a:gd name="T18" fmla="*/ 248 w 865"/>
                <a:gd name="T19" fmla="*/ 124 h 897"/>
                <a:gd name="T20" fmla="*/ 375 w 865"/>
                <a:gd name="T21" fmla="*/ 113 h 897"/>
                <a:gd name="T22" fmla="*/ 444 w 865"/>
                <a:gd name="T23" fmla="*/ 112 h 897"/>
                <a:gd name="T24" fmla="*/ 549 w 865"/>
                <a:gd name="T25" fmla="*/ 112 h 897"/>
                <a:gd name="T26" fmla="*/ 0 w 865"/>
                <a:gd name="T27" fmla="*/ 897 h 897"/>
                <a:gd name="T28" fmla="*/ 776 w 865"/>
                <a:gd name="T29" fmla="*/ 897 h 897"/>
                <a:gd name="T30" fmla="*/ 865 w 865"/>
                <a:gd name="T31" fmla="*/ 692 h 897"/>
                <a:gd name="T32" fmla="*/ 800 w 865"/>
                <a:gd name="T33" fmla="*/ 727 h 897"/>
                <a:gd name="T34" fmla="*/ 654 w 865"/>
                <a:gd name="T35" fmla="*/ 771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65" h="897">
                  <a:moveTo>
                    <a:pt x="654" y="771"/>
                  </a:moveTo>
                  <a:lnTo>
                    <a:pt x="654" y="771"/>
                  </a:lnTo>
                  <a:cubicBezTo>
                    <a:pt x="614" y="778"/>
                    <a:pt x="569" y="782"/>
                    <a:pt x="513" y="783"/>
                  </a:cubicBezTo>
                  <a:cubicBezTo>
                    <a:pt x="495" y="784"/>
                    <a:pt x="471" y="784"/>
                    <a:pt x="442" y="784"/>
                  </a:cubicBezTo>
                  <a:lnTo>
                    <a:pt x="304" y="784"/>
                  </a:lnTo>
                  <a:lnTo>
                    <a:pt x="848" y="0"/>
                  </a:lnTo>
                  <a:lnTo>
                    <a:pt x="143" y="0"/>
                  </a:lnTo>
                  <a:lnTo>
                    <a:pt x="56" y="191"/>
                  </a:lnTo>
                  <a:cubicBezTo>
                    <a:pt x="85" y="176"/>
                    <a:pt x="96" y="170"/>
                    <a:pt x="121" y="160"/>
                  </a:cubicBezTo>
                  <a:cubicBezTo>
                    <a:pt x="162" y="144"/>
                    <a:pt x="206" y="132"/>
                    <a:pt x="248" y="124"/>
                  </a:cubicBezTo>
                  <a:cubicBezTo>
                    <a:pt x="285" y="118"/>
                    <a:pt x="319" y="115"/>
                    <a:pt x="375" y="113"/>
                  </a:cubicBezTo>
                  <a:cubicBezTo>
                    <a:pt x="400" y="112"/>
                    <a:pt x="423" y="112"/>
                    <a:pt x="444" y="112"/>
                  </a:cubicBezTo>
                  <a:lnTo>
                    <a:pt x="549" y="112"/>
                  </a:lnTo>
                  <a:lnTo>
                    <a:pt x="0" y="897"/>
                  </a:lnTo>
                  <a:lnTo>
                    <a:pt x="776" y="897"/>
                  </a:lnTo>
                  <a:lnTo>
                    <a:pt x="865" y="692"/>
                  </a:lnTo>
                  <a:cubicBezTo>
                    <a:pt x="834" y="710"/>
                    <a:pt x="823" y="716"/>
                    <a:pt x="800" y="727"/>
                  </a:cubicBezTo>
                  <a:cubicBezTo>
                    <a:pt x="754" y="747"/>
                    <a:pt x="705" y="762"/>
                    <a:pt x="654" y="77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10DED5B5-305C-4F15-A0F8-1DDDB4BF5E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0" y="167"/>
              <a:ext cx="18" cy="18"/>
            </a:xfrm>
            <a:custGeom>
              <a:avLst/>
              <a:gdLst>
                <a:gd name="T0" fmla="*/ 102 w 203"/>
                <a:gd name="T1" fmla="*/ 189 h 203"/>
                <a:gd name="T2" fmla="*/ 102 w 203"/>
                <a:gd name="T3" fmla="*/ 189 h 203"/>
                <a:gd name="T4" fmla="*/ 17 w 203"/>
                <a:gd name="T5" fmla="*/ 102 h 203"/>
                <a:gd name="T6" fmla="*/ 102 w 203"/>
                <a:gd name="T7" fmla="*/ 15 h 203"/>
                <a:gd name="T8" fmla="*/ 187 w 203"/>
                <a:gd name="T9" fmla="*/ 102 h 203"/>
                <a:gd name="T10" fmla="*/ 102 w 203"/>
                <a:gd name="T11" fmla="*/ 189 h 203"/>
                <a:gd name="T12" fmla="*/ 102 w 203"/>
                <a:gd name="T13" fmla="*/ 189 h 203"/>
                <a:gd name="T14" fmla="*/ 102 w 203"/>
                <a:gd name="T15" fmla="*/ 0 h 203"/>
                <a:gd name="T16" fmla="*/ 102 w 203"/>
                <a:gd name="T17" fmla="*/ 0 h 203"/>
                <a:gd name="T18" fmla="*/ 0 w 203"/>
                <a:gd name="T19" fmla="*/ 102 h 203"/>
                <a:gd name="T20" fmla="*/ 102 w 203"/>
                <a:gd name="T21" fmla="*/ 203 h 203"/>
                <a:gd name="T22" fmla="*/ 203 w 203"/>
                <a:gd name="T23" fmla="*/ 102 h 203"/>
                <a:gd name="T24" fmla="*/ 102 w 203"/>
                <a:gd name="T25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3" h="203">
                  <a:moveTo>
                    <a:pt x="102" y="189"/>
                  </a:moveTo>
                  <a:lnTo>
                    <a:pt x="102" y="189"/>
                  </a:lnTo>
                  <a:cubicBezTo>
                    <a:pt x="54" y="189"/>
                    <a:pt x="17" y="154"/>
                    <a:pt x="17" y="102"/>
                  </a:cubicBezTo>
                  <a:cubicBezTo>
                    <a:pt x="17" y="50"/>
                    <a:pt x="54" y="15"/>
                    <a:pt x="102" y="15"/>
                  </a:cubicBezTo>
                  <a:cubicBezTo>
                    <a:pt x="150" y="15"/>
                    <a:pt x="187" y="50"/>
                    <a:pt x="187" y="102"/>
                  </a:cubicBezTo>
                  <a:cubicBezTo>
                    <a:pt x="187" y="154"/>
                    <a:pt x="150" y="189"/>
                    <a:pt x="102" y="189"/>
                  </a:cubicBezTo>
                  <a:lnTo>
                    <a:pt x="102" y="189"/>
                  </a:lnTo>
                  <a:close/>
                  <a:moveTo>
                    <a:pt x="102" y="0"/>
                  </a:moveTo>
                  <a:lnTo>
                    <a:pt x="102" y="0"/>
                  </a:lnTo>
                  <a:cubicBezTo>
                    <a:pt x="46" y="0"/>
                    <a:pt x="0" y="42"/>
                    <a:pt x="0" y="102"/>
                  </a:cubicBezTo>
                  <a:cubicBezTo>
                    <a:pt x="0" y="162"/>
                    <a:pt x="46" y="203"/>
                    <a:pt x="102" y="203"/>
                  </a:cubicBezTo>
                  <a:cubicBezTo>
                    <a:pt x="158" y="203"/>
                    <a:pt x="203" y="162"/>
                    <a:pt x="203" y="102"/>
                  </a:cubicBezTo>
                  <a:cubicBezTo>
                    <a:pt x="203" y="42"/>
                    <a:pt x="158" y="0"/>
                    <a:pt x="10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A34C4C63-4FDA-4993-AF6D-C7F841BFF9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6" y="171"/>
              <a:ext cx="7" cy="9"/>
            </a:xfrm>
            <a:custGeom>
              <a:avLst/>
              <a:gdLst>
                <a:gd name="T0" fmla="*/ 40 w 87"/>
                <a:gd name="T1" fmla="*/ 50 h 107"/>
                <a:gd name="T2" fmla="*/ 40 w 87"/>
                <a:gd name="T3" fmla="*/ 50 h 107"/>
                <a:gd name="T4" fmla="*/ 15 w 87"/>
                <a:gd name="T5" fmla="*/ 50 h 107"/>
                <a:gd name="T6" fmla="*/ 15 w 87"/>
                <a:gd name="T7" fmla="*/ 16 h 107"/>
                <a:gd name="T8" fmla="*/ 38 w 87"/>
                <a:gd name="T9" fmla="*/ 16 h 107"/>
                <a:gd name="T10" fmla="*/ 66 w 87"/>
                <a:gd name="T11" fmla="*/ 33 h 107"/>
                <a:gd name="T12" fmla="*/ 40 w 87"/>
                <a:gd name="T13" fmla="*/ 50 h 107"/>
                <a:gd name="T14" fmla="*/ 40 w 87"/>
                <a:gd name="T15" fmla="*/ 50 h 107"/>
                <a:gd name="T16" fmla="*/ 83 w 87"/>
                <a:gd name="T17" fmla="*/ 33 h 107"/>
                <a:gd name="T18" fmla="*/ 83 w 87"/>
                <a:gd name="T19" fmla="*/ 33 h 107"/>
                <a:gd name="T20" fmla="*/ 32 w 87"/>
                <a:gd name="T21" fmla="*/ 0 h 107"/>
                <a:gd name="T22" fmla="*/ 0 w 87"/>
                <a:gd name="T23" fmla="*/ 0 h 107"/>
                <a:gd name="T24" fmla="*/ 0 w 87"/>
                <a:gd name="T25" fmla="*/ 107 h 107"/>
                <a:gd name="T26" fmla="*/ 15 w 87"/>
                <a:gd name="T27" fmla="*/ 107 h 107"/>
                <a:gd name="T28" fmla="*/ 15 w 87"/>
                <a:gd name="T29" fmla="*/ 66 h 107"/>
                <a:gd name="T30" fmla="*/ 44 w 87"/>
                <a:gd name="T31" fmla="*/ 66 h 107"/>
                <a:gd name="T32" fmla="*/ 46 w 87"/>
                <a:gd name="T33" fmla="*/ 65 h 107"/>
                <a:gd name="T34" fmla="*/ 69 w 87"/>
                <a:gd name="T35" fmla="*/ 107 h 107"/>
                <a:gd name="T36" fmla="*/ 87 w 87"/>
                <a:gd name="T37" fmla="*/ 107 h 107"/>
                <a:gd name="T38" fmla="*/ 62 w 87"/>
                <a:gd name="T39" fmla="*/ 62 h 107"/>
                <a:gd name="T40" fmla="*/ 83 w 87"/>
                <a:gd name="T41" fmla="*/ 3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7" h="107">
                  <a:moveTo>
                    <a:pt x="40" y="50"/>
                  </a:moveTo>
                  <a:lnTo>
                    <a:pt x="40" y="50"/>
                  </a:lnTo>
                  <a:lnTo>
                    <a:pt x="15" y="50"/>
                  </a:lnTo>
                  <a:lnTo>
                    <a:pt x="15" y="16"/>
                  </a:lnTo>
                  <a:lnTo>
                    <a:pt x="38" y="16"/>
                  </a:lnTo>
                  <a:cubicBezTo>
                    <a:pt x="54" y="16"/>
                    <a:pt x="66" y="19"/>
                    <a:pt x="66" y="33"/>
                  </a:cubicBezTo>
                  <a:cubicBezTo>
                    <a:pt x="66" y="45"/>
                    <a:pt x="58" y="50"/>
                    <a:pt x="40" y="50"/>
                  </a:cubicBezTo>
                  <a:lnTo>
                    <a:pt x="40" y="50"/>
                  </a:lnTo>
                  <a:close/>
                  <a:moveTo>
                    <a:pt x="83" y="33"/>
                  </a:moveTo>
                  <a:lnTo>
                    <a:pt x="83" y="33"/>
                  </a:lnTo>
                  <a:cubicBezTo>
                    <a:pt x="83" y="5"/>
                    <a:pt x="64" y="0"/>
                    <a:pt x="32" y="0"/>
                  </a:cubicBezTo>
                  <a:lnTo>
                    <a:pt x="0" y="0"/>
                  </a:lnTo>
                  <a:lnTo>
                    <a:pt x="0" y="107"/>
                  </a:lnTo>
                  <a:lnTo>
                    <a:pt x="15" y="107"/>
                  </a:lnTo>
                  <a:lnTo>
                    <a:pt x="15" y="66"/>
                  </a:lnTo>
                  <a:lnTo>
                    <a:pt x="44" y="66"/>
                  </a:lnTo>
                  <a:cubicBezTo>
                    <a:pt x="45" y="66"/>
                    <a:pt x="46" y="66"/>
                    <a:pt x="46" y="65"/>
                  </a:cubicBezTo>
                  <a:lnTo>
                    <a:pt x="69" y="107"/>
                  </a:lnTo>
                  <a:lnTo>
                    <a:pt x="87" y="107"/>
                  </a:lnTo>
                  <a:lnTo>
                    <a:pt x="62" y="62"/>
                  </a:lnTo>
                  <a:cubicBezTo>
                    <a:pt x="76" y="56"/>
                    <a:pt x="83" y="45"/>
                    <a:pt x="83" y="3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</p:grp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6C2690B3-34BA-4DEA-AD15-F9112DF422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363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BACFF7A-0A26-4F0A-A400-3AF2010686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0825" y="2490259"/>
            <a:ext cx="6722148" cy="2242079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D52D574-4430-4847-B932-BA1C1DC56322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50825" y="4911725"/>
            <a:ext cx="6719063" cy="1283999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207E0EDD-CE7D-485D-90AA-EB92659F4C2E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9061251" y="1902437"/>
            <a:ext cx="3120000" cy="3120000"/>
          </a:xfrm>
          <a:prstGeom prst="ellipse">
            <a:avLst/>
          </a:prstGeom>
        </p:spPr>
        <p:txBody>
          <a:bodyPr/>
          <a:lstStyle>
            <a:lvl1pPr algn="ctr">
              <a:buNone/>
              <a:defRPr b="0" i="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6" name="Freeform 12">
            <a:extLst>
              <a:ext uri="{FF2B5EF4-FFF2-40B4-BE49-F238E27FC236}">
                <a16:creationId xmlns:a16="http://schemas.microsoft.com/office/drawing/2014/main" id="{CDD94F9F-17AF-4158-8273-144D6BB8BFBA}"/>
              </a:ext>
            </a:extLst>
          </p:cNvPr>
          <p:cNvSpPr/>
          <p:nvPr userDrawn="1"/>
        </p:nvSpPr>
        <p:spPr bwMode="auto">
          <a:xfrm rot="735038">
            <a:off x="9719774" y="4974386"/>
            <a:ext cx="933047" cy="469973"/>
          </a:xfrm>
          <a:custGeom>
            <a:avLst/>
            <a:gdLst>
              <a:gd name="connsiteX0" fmla="*/ 531 w 1423686"/>
              <a:gd name="connsiteY0" fmla="*/ 0 h 717107"/>
              <a:gd name="connsiteX1" fmla="*/ 1423155 w 1423686"/>
              <a:gd name="connsiteY1" fmla="*/ 0 h 717107"/>
              <a:gd name="connsiteX2" fmla="*/ 1423686 w 1423686"/>
              <a:gd name="connsiteY2" fmla="*/ 5264 h 717107"/>
              <a:gd name="connsiteX3" fmla="*/ 711843 w 1423686"/>
              <a:gd name="connsiteY3" fmla="*/ 717107 h 717107"/>
              <a:gd name="connsiteX4" fmla="*/ 0 w 1423686"/>
              <a:gd name="connsiteY4" fmla="*/ 5264 h 717107"/>
              <a:gd name="connsiteX5" fmla="*/ 531 w 1423686"/>
              <a:gd name="connsiteY5" fmla="*/ 0 h 717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23686" h="717107">
                <a:moveTo>
                  <a:pt x="531" y="0"/>
                </a:moveTo>
                <a:lnTo>
                  <a:pt x="1423155" y="0"/>
                </a:lnTo>
                <a:lnTo>
                  <a:pt x="1423686" y="5264"/>
                </a:lnTo>
                <a:cubicBezTo>
                  <a:pt x="1423686" y="398404"/>
                  <a:pt x="1104983" y="717107"/>
                  <a:pt x="711843" y="717107"/>
                </a:cubicBezTo>
                <a:cubicBezTo>
                  <a:pt x="318703" y="717107"/>
                  <a:pt x="0" y="398404"/>
                  <a:pt x="0" y="5264"/>
                </a:cubicBezTo>
                <a:lnTo>
                  <a:pt x="531" y="0"/>
                </a:lnTo>
                <a:close/>
              </a:path>
            </a:pathLst>
          </a:custGeom>
          <a:solidFill>
            <a:schemeClr val="accent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ES" sz="2400" b="0" i="0" u="none" strike="noStrike" cap="none" normalizeH="0" baseline="0" dirty="0">
              <a:ln>
                <a:noFill/>
              </a:ln>
              <a:solidFill>
                <a:schemeClr val="accent6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03EA52F0-9F47-4C1A-A653-1F060850BB16}"/>
              </a:ext>
            </a:extLst>
          </p:cNvPr>
          <p:cNvSpPr/>
          <p:nvPr userDrawn="1"/>
        </p:nvSpPr>
        <p:spPr bwMode="auto">
          <a:xfrm rot="8315714" flipH="1">
            <a:off x="9180227" y="5547933"/>
            <a:ext cx="1677271" cy="863308"/>
          </a:xfrm>
          <a:custGeom>
            <a:avLst/>
            <a:gdLst>
              <a:gd name="connsiteX0" fmla="*/ 531 w 1423686"/>
              <a:gd name="connsiteY0" fmla="*/ 0 h 717107"/>
              <a:gd name="connsiteX1" fmla="*/ 1423155 w 1423686"/>
              <a:gd name="connsiteY1" fmla="*/ 0 h 717107"/>
              <a:gd name="connsiteX2" fmla="*/ 1423686 w 1423686"/>
              <a:gd name="connsiteY2" fmla="*/ 5264 h 717107"/>
              <a:gd name="connsiteX3" fmla="*/ 711843 w 1423686"/>
              <a:gd name="connsiteY3" fmla="*/ 717107 h 717107"/>
              <a:gd name="connsiteX4" fmla="*/ 0 w 1423686"/>
              <a:gd name="connsiteY4" fmla="*/ 5264 h 717107"/>
              <a:gd name="connsiteX5" fmla="*/ 531 w 1423686"/>
              <a:gd name="connsiteY5" fmla="*/ 0 h 717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23686" h="717107">
                <a:moveTo>
                  <a:pt x="531" y="0"/>
                </a:moveTo>
                <a:lnTo>
                  <a:pt x="1423155" y="0"/>
                </a:lnTo>
                <a:lnTo>
                  <a:pt x="1423686" y="5264"/>
                </a:lnTo>
                <a:cubicBezTo>
                  <a:pt x="1423686" y="398404"/>
                  <a:pt x="1104983" y="717107"/>
                  <a:pt x="711843" y="717107"/>
                </a:cubicBezTo>
                <a:cubicBezTo>
                  <a:pt x="318703" y="717107"/>
                  <a:pt x="0" y="398404"/>
                  <a:pt x="0" y="5264"/>
                </a:cubicBezTo>
                <a:lnTo>
                  <a:pt x="531" y="0"/>
                </a:lnTo>
                <a:close/>
              </a:path>
            </a:pathLst>
          </a:cu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ES" sz="2400" b="0" i="0" u="none" strike="noStrike" cap="none" normalizeH="0" baseline="0" dirty="0">
              <a:ln>
                <a:noFill/>
              </a:ln>
              <a:solidFill>
                <a:schemeClr val="accent6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AED791D-1518-403F-BA5A-79F94E7CDCCB}"/>
              </a:ext>
            </a:extLst>
          </p:cNvPr>
          <p:cNvSpPr>
            <a:spLocks noChangeAspect="1"/>
          </p:cNvSpPr>
          <p:nvPr userDrawn="1"/>
        </p:nvSpPr>
        <p:spPr bwMode="auto">
          <a:xfrm rot="5400000">
            <a:off x="10403602" y="5983124"/>
            <a:ext cx="875301" cy="874456"/>
          </a:xfrm>
          <a:prstGeom prst="ellipse">
            <a:avLst/>
          </a:prstGeom>
          <a:solidFill>
            <a:schemeClr val="accent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ES" sz="2400" b="0" i="0" u="none" strike="noStrike" cap="none" normalizeH="0" baseline="0" dirty="0">
              <a:ln>
                <a:noFill/>
              </a:ln>
              <a:solidFill>
                <a:schemeClr val="accent6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64649C4-0FE0-4E4D-B386-F39D40C28AE9}"/>
              </a:ext>
            </a:extLst>
          </p:cNvPr>
          <p:cNvSpPr txBox="1"/>
          <p:nvPr userDrawn="1"/>
        </p:nvSpPr>
        <p:spPr>
          <a:xfrm>
            <a:off x="11158230" y="6548967"/>
            <a:ext cx="699337" cy="143565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defPPr>
              <a:defRPr lang="en-US"/>
            </a:defPPr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sz="900" dirty="0">
                <a:solidFill>
                  <a:schemeClr val="accent6"/>
                </a:solidFill>
                <a:latin typeface="+mn-lt"/>
                <a:cs typeface="Arial" panose="020B0604020202020204" pitchFamily="34" charset="0"/>
              </a:rPr>
              <a:t>© Zurich</a:t>
            </a:r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E109CABE-B073-42F6-BFFF-0779C438F2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7" y="157397"/>
            <a:ext cx="1779965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5434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A1137-323A-2285-F4F1-B3F4339A82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F750AF-6E7F-809C-D671-F404942436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05DE35-A5BA-67C1-A793-84DC92CB2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10918-F24D-4458-BF1D-B4A9C05B79D7}" type="datetimeFigureOut">
              <a:rPr lang="en-US" smtClean="0"/>
              <a:t>6/29/2024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21F44-7EDF-0E51-3941-BD5D014B4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82452-CFD7-0D5B-9EF8-1AA7944A4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4B1B-FE38-46C6-8D0A-A83333108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8503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6FE91-2F75-7611-B03E-C578707FD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01406-21B0-BB95-AAED-B097FBE73D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BA14E-7FC2-F16E-4B62-B2DFEE724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10918-F24D-4458-BF1D-B4A9C05B79D7}" type="datetimeFigureOut">
              <a:rPr lang="en-US" smtClean="0"/>
              <a:t>6/29/2024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57451-E62E-B313-7D40-F40C54F10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41DAE-B0FE-A660-FEF7-3C5F13584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4B1B-FE38-46C6-8D0A-A83333108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0296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F952A-0B43-AEA3-B737-9DCC9A3C7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F1F3FC-E976-77A5-4377-233C8A241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23C3B-4A40-9F8B-8A12-571EB4601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10918-F24D-4458-BF1D-B4A9C05B79D7}" type="datetimeFigureOut">
              <a:rPr lang="en-US" smtClean="0"/>
              <a:t>6/29/2024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E5038-ACB9-794A-9A8D-F56B8D8F1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E82A3-1227-1E9D-AE2F-A84DBAC0B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4B1B-FE38-46C6-8D0A-A83333108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2638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CF918-3C6F-FA5B-46E3-9AD6E2B24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4E71A-EC57-CA6A-3C64-4176FD72C2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B36A4F-82C0-5AE8-07FC-CD3E0049C6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308BA3-6B25-F5AD-C543-FBBFDF264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10918-F24D-4458-BF1D-B4A9C05B79D7}" type="datetimeFigureOut">
              <a:rPr lang="en-US" smtClean="0"/>
              <a:t>6/29/2024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447E28-8006-DAA2-0EF2-9A4DAEC39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C9D72A-D1DD-2DAD-6999-30BCE9DE9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4B1B-FE38-46C6-8D0A-A83333108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8395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B7DB4-A8D2-69BB-FA18-9116B4078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FA5B83-A29D-FB4B-50B4-5D2C17949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DF747-5295-13DF-4011-3EE797375E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C24F4B-E770-245F-1A15-4384738F5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E8429C-0A94-C634-FF81-1B522702EB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FD61A5-3EC8-6A86-F481-6DBC6A983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10918-F24D-4458-BF1D-B4A9C05B79D7}" type="datetimeFigureOut">
              <a:rPr lang="en-US" smtClean="0"/>
              <a:t>6/29/2024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7E5FA1-FA63-6D69-9D56-564ED5EF2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EE0EFF-E951-10E1-8327-5459647B8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4B1B-FE38-46C6-8D0A-A83333108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7151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BBE82-064C-13B7-A65F-C32329823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D7BBD9-3947-6371-CE94-3F563AF90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10918-F24D-4458-BF1D-B4A9C05B79D7}" type="datetimeFigureOut">
              <a:rPr lang="en-US" smtClean="0"/>
              <a:t>6/29/2024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9B8BDA-F302-45C4-C1E7-9B32FF236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56471E-9DA2-AB4D-D0D1-BA4F36BF4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4B1B-FE38-46C6-8D0A-A83333108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6353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D63E1E-3CEC-D66A-7848-78E421799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10918-F24D-4458-BF1D-B4A9C05B79D7}" type="datetimeFigureOut">
              <a:rPr lang="en-US" smtClean="0"/>
              <a:t>6/29/2024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EA6ED5-5724-F6C7-59B0-F96A67F86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B5C8E-5999-FB86-A144-872307008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4B1B-FE38-46C6-8D0A-A83333108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287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D0C1B-475F-C491-28CD-B9C638F9A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32E97-8201-7142-7A19-16FE3673D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958155-BDF7-6263-ADBD-60A82FD1F2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6B7086-4ABA-38DC-17AE-1A0E7CABE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10918-F24D-4458-BF1D-B4A9C05B79D7}" type="datetimeFigureOut">
              <a:rPr lang="en-US" smtClean="0"/>
              <a:t>6/29/2024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0ED65C-BF7B-8BCC-BE8A-9DEB2972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58D521-D128-93FA-68AC-29A34138D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4B1B-FE38-46C6-8D0A-A83333108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93956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CD256-EF3A-B173-C30A-67E4E2B08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3375AA-2786-EC9D-358A-42CC1E0BC6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587B26-479D-C466-8702-710F52056F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790C3E-3C5E-DB58-9CBC-24A492D92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10918-F24D-4458-BF1D-B4A9C05B79D7}" type="datetimeFigureOut">
              <a:rPr lang="en-US" smtClean="0"/>
              <a:t>6/29/2024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C6368B-5B66-9382-A04B-5F96319DB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E432BF-C2C1-F890-EF26-84C5D29CF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4B1B-FE38-46C6-8D0A-A83333108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2349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C7461-EBDE-10F2-9B71-EA4B2B8A9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840790-576F-69D1-BAD5-4C81C5C941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084CA-49EE-2399-8006-B4327E446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10918-F24D-4458-BF1D-B4A9C05B79D7}" type="datetimeFigureOut">
              <a:rPr lang="en-US" smtClean="0"/>
              <a:t>6/29/2024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8AFC2-7A94-29BC-D940-97997F87B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5D355E-77BE-1B96-4FF8-16BBB6D96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4B1B-FE38-46C6-8D0A-A83333108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5656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F27D71-442A-D74A-454C-BC512618FC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95AD2B-8F94-E895-FDA5-1EB7C27A4C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FE898-921E-D538-536E-E6A200C1D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10918-F24D-4458-BF1D-B4A9C05B79D7}" type="datetimeFigureOut">
              <a:rPr lang="en-US" smtClean="0"/>
              <a:t>6/29/2024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21906-BCA5-6170-98BF-63DD9B9FA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FCF0F6-7057-4162-8DDF-85D4BEAF0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4B1B-FE38-46C6-8D0A-A83333108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3552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2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824" y="1206178"/>
            <a:ext cx="5573967" cy="5040145"/>
          </a:xfrm>
        </p:spPr>
        <p:txBody>
          <a:bodyPr lIns="72000" tIns="72000" rIns="72000" bIns="72000"/>
          <a:lstStyle>
            <a:lvl1pPr>
              <a:defRPr sz="1800">
                <a:latin typeface="+mn-lt"/>
                <a:cs typeface="Arial" panose="020B0604020202020204" pitchFamily="34" charset="0"/>
              </a:defRPr>
            </a:lvl1pPr>
            <a:lvl2pPr>
              <a:defRPr sz="1600">
                <a:latin typeface="+mn-lt"/>
                <a:cs typeface="Arial" panose="020B0604020202020204" pitchFamily="34" charset="0"/>
              </a:defRPr>
            </a:lvl2pPr>
            <a:lvl3pPr>
              <a:defRPr sz="1400">
                <a:latin typeface="+mn-lt"/>
                <a:cs typeface="Arial" panose="020B0604020202020204" pitchFamily="34" charset="0"/>
              </a:defRPr>
            </a:lvl3pPr>
            <a:lvl4pPr>
              <a:defRPr sz="1200">
                <a:latin typeface="+mn-lt"/>
                <a:cs typeface="Arial" panose="020B0604020202020204" pitchFamily="34" charset="0"/>
              </a:defRPr>
            </a:lvl4pPr>
            <a:lvl5pPr>
              <a:defRPr sz="12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D38D433-C715-4635-977C-8E54E7555A0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80731" y="1206177"/>
            <a:ext cx="5578776" cy="5040145"/>
          </a:xfrm>
        </p:spPr>
        <p:txBody>
          <a:bodyPr lIns="72000" tIns="72000" rIns="72000" bIns="72000"/>
          <a:lstStyle>
            <a:lvl1pPr>
              <a:defRPr sz="1800">
                <a:latin typeface="+mn-lt"/>
                <a:cs typeface="Arial" panose="020B0604020202020204" pitchFamily="34" charset="0"/>
              </a:defRPr>
            </a:lvl1pPr>
            <a:lvl2pPr>
              <a:defRPr sz="1600">
                <a:latin typeface="+mn-lt"/>
                <a:cs typeface="Arial" panose="020B0604020202020204" pitchFamily="34" charset="0"/>
              </a:defRPr>
            </a:lvl2pPr>
            <a:lvl3pPr>
              <a:defRPr sz="1400">
                <a:latin typeface="+mn-lt"/>
                <a:cs typeface="Arial" panose="020B0604020202020204" pitchFamily="34" charset="0"/>
              </a:defRPr>
            </a:lvl3pPr>
            <a:lvl4pPr>
              <a:defRPr sz="1200">
                <a:latin typeface="+mn-lt"/>
                <a:cs typeface="Arial" panose="020B0604020202020204" pitchFamily="34" charset="0"/>
              </a:defRPr>
            </a:lvl4pPr>
            <a:lvl5pPr>
              <a:defRPr sz="12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69E92947-3625-9041-9213-E2B75D84A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659" y="260268"/>
            <a:ext cx="9586415" cy="332399"/>
          </a:xfrm>
        </p:spPr>
        <p:txBody>
          <a:bodyPr>
            <a:spAutoFit/>
          </a:bodyPr>
          <a:lstStyle>
            <a:lvl1pPr>
              <a:defRPr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710AC261-10B5-584A-91F3-14A61852EFBE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252658" y="610597"/>
            <a:ext cx="9586415" cy="33239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 b="0" i="0">
                <a:solidFill>
                  <a:srgbClr val="2167AE"/>
                </a:solidFill>
                <a:latin typeface="+mn-lt"/>
                <a:cs typeface="Arial" panose="020B0604020202020204" pitchFamily="34" charset="0"/>
              </a:defRPr>
            </a:lvl1pPr>
            <a:lvl2pPr marL="3428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399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noProof="0" dirty="0"/>
          </a:p>
        </p:txBody>
      </p:sp>
      <p:grpSp>
        <p:nvGrpSpPr>
          <p:cNvPr id="19" name="Group 4">
            <a:extLst>
              <a:ext uri="{FF2B5EF4-FFF2-40B4-BE49-F238E27FC236}">
                <a16:creationId xmlns:a16="http://schemas.microsoft.com/office/drawing/2014/main" id="{A8A943C3-1379-499A-A8A6-41D5362C5C1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178596" y="158751"/>
            <a:ext cx="1773767" cy="683683"/>
            <a:chOff x="79" y="75"/>
            <a:chExt cx="838" cy="323"/>
          </a:xfrm>
          <a:solidFill>
            <a:schemeClr val="accent1"/>
          </a:solidFill>
        </p:grpSpPr>
        <p:sp>
          <p:nvSpPr>
            <p:cNvPr id="22" name="AutoShape 3">
              <a:extLst>
                <a:ext uri="{FF2B5EF4-FFF2-40B4-BE49-F238E27FC236}">
                  <a16:creationId xmlns:a16="http://schemas.microsoft.com/office/drawing/2014/main" id="{26F7B60B-9BEA-49E4-8477-7195219E3403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9" y="75"/>
              <a:ext cx="838" cy="3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0DA359F6-1339-49C3-9382-79BEA9F3D2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9" y="155"/>
              <a:ext cx="163" cy="164"/>
            </a:xfrm>
            <a:custGeom>
              <a:avLst/>
              <a:gdLst>
                <a:gd name="T0" fmla="*/ 920 w 1841"/>
                <a:gd name="T1" fmla="*/ 0 h 1842"/>
                <a:gd name="T2" fmla="*/ 920 w 1841"/>
                <a:gd name="T3" fmla="*/ 0 h 1842"/>
                <a:gd name="T4" fmla="*/ 0 w 1841"/>
                <a:gd name="T5" fmla="*/ 921 h 1842"/>
                <a:gd name="T6" fmla="*/ 0 w 1841"/>
                <a:gd name="T7" fmla="*/ 921 h 1842"/>
                <a:gd name="T8" fmla="*/ 188 w 1841"/>
                <a:gd name="T9" fmla="*/ 1479 h 1842"/>
                <a:gd name="T10" fmla="*/ 954 w 1841"/>
                <a:gd name="T11" fmla="*/ 473 h 1842"/>
                <a:gd name="T12" fmla="*/ 871 w 1841"/>
                <a:gd name="T13" fmla="*/ 474 h 1842"/>
                <a:gd name="T14" fmla="*/ 790 w 1841"/>
                <a:gd name="T15" fmla="*/ 473 h 1842"/>
                <a:gd name="T16" fmla="*/ 561 w 1841"/>
                <a:gd name="T17" fmla="*/ 491 h 1842"/>
                <a:gd name="T18" fmla="*/ 467 w 1841"/>
                <a:gd name="T19" fmla="*/ 530 h 1842"/>
                <a:gd name="T20" fmla="*/ 374 w 1841"/>
                <a:gd name="T21" fmla="*/ 641 h 1842"/>
                <a:gd name="T22" fmla="*/ 361 w 1841"/>
                <a:gd name="T23" fmla="*/ 665 h 1842"/>
                <a:gd name="T24" fmla="*/ 316 w 1841"/>
                <a:gd name="T25" fmla="*/ 655 h 1842"/>
                <a:gd name="T26" fmla="*/ 392 w 1841"/>
                <a:gd name="T27" fmla="*/ 366 h 1842"/>
                <a:gd name="T28" fmla="*/ 1350 w 1841"/>
                <a:gd name="T29" fmla="*/ 366 h 1842"/>
                <a:gd name="T30" fmla="*/ 588 w 1841"/>
                <a:gd name="T31" fmla="*/ 1385 h 1842"/>
                <a:gd name="T32" fmla="*/ 698 w 1841"/>
                <a:gd name="T33" fmla="*/ 1379 h 1842"/>
                <a:gd name="T34" fmla="*/ 839 w 1841"/>
                <a:gd name="T35" fmla="*/ 1385 h 1842"/>
                <a:gd name="T36" fmla="*/ 974 w 1841"/>
                <a:gd name="T37" fmla="*/ 1393 h 1842"/>
                <a:gd name="T38" fmla="*/ 1095 w 1841"/>
                <a:gd name="T39" fmla="*/ 1397 h 1842"/>
                <a:gd name="T40" fmla="*/ 1255 w 1841"/>
                <a:gd name="T41" fmla="*/ 1378 h 1842"/>
                <a:gd name="T42" fmla="*/ 1354 w 1841"/>
                <a:gd name="T43" fmla="*/ 1331 h 1842"/>
                <a:gd name="T44" fmla="*/ 1491 w 1841"/>
                <a:gd name="T45" fmla="*/ 1175 h 1842"/>
                <a:gd name="T46" fmla="*/ 1504 w 1841"/>
                <a:gd name="T47" fmla="*/ 1147 h 1842"/>
                <a:gd name="T48" fmla="*/ 1545 w 1841"/>
                <a:gd name="T49" fmla="*/ 1158 h 1842"/>
                <a:gd name="T50" fmla="*/ 1505 w 1841"/>
                <a:gd name="T51" fmla="*/ 1273 h 1842"/>
                <a:gd name="T52" fmla="*/ 1354 w 1841"/>
                <a:gd name="T53" fmla="*/ 1472 h 1842"/>
                <a:gd name="T54" fmla="*/ 1131 w 1841"/>
                <a:gd name="T55" fmla="*/ 1546 h 1842"/>
                <a:gd name="T56" fmla="*/ 1118 w 1841"/>
                <a:gd name="T57" fmla="*/ 1546 h 1842"/>
                <a:gd name="T58" fmla="*/ 854 w 1841"/>
                <a:gd name="T59" fmla="*/ 1518 h 1842"/>
                <a:gd name="T60" fmla="*/ 544 w 1841"/>
                <a:gd name="T61" fmla="*/ 1486 h 1842"/>
                <a:gd name="T62" fmla="*/ 394 w 1841"/>
                <a:gd name="T63" fmla="*/ 1498 h 1842"/>
                <a:gd name="T64" fmla="*/ 242 w 1841"/>
                <a:gd name="T65" fmla="*/ 1543 h 1842"/>
                <a:gd name="T66" fmla="*/ 920 w 1841"/>
                <a:gd name="T67" fmla="*/ 1842 h 1842"/>
                <a:gd name="T68" fmla="*/ 1841 w 1841"/>
                <a:gd name="T69" fmla="*/ 921 h 1842"/>
                <a:gd name="T70" fmla="*/ 920 w 1841"/>
                <a:gd name="T71" fmla="*/ 0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41" h="1842">
                  <a:moveTo>
                    <a:pt x="920" y="0"/>
                  </a:moveTo>
                  <a:lnTo>
                    <a:pt x="920" y="0"/>
                  </a:lnTo>
                  <a:cubicBezTo>
                    <a:pt x="412" y="0"/>
                    <a:pt x="0" y="412"/>
                    <a:pt x="0" y="921"/>
                  </a:cubicBezTo>
                  <a:lnTo>
                    <a:pt x="0" y="921"/>
                  </a:lnTo>
                  <a:cubicBezTo>
                    <a:pt x="0" y="1131"/>
                    <a:pt x="70" y="1325"/>
                    <a:pt x="188" y="1479"/>
                  </a:cubicBezTo>
                  <a:lnTo>
                    <a:pt x="954" y="473"/>
                  </a:lnTo>
                  <a:lnTo>
                    <a:pt x="871" y="474"/>
                  </a:lnTo>
                  <a:lnTo>
                    <a:pt x="790" y="473"/>
                  </a:lnTo>
                  <a:cubicBezTo>
                    <a:pt x="702" y="473"/>
                    <a:pt x="620" y="480"/>
                    <a:pt x="561" y="491"/>
                  </a:cubicBezTo>
                  <a:cubicBezTo>
                    <a:pt x="525" y="498"/>
                    <a:pt x="493" y="511"/>
                    <a:pt x="467" y="530"/>
                  </a:cubicBezTo>
                  <a:cubicBezTo>
                    <a:pt x="437" y="551"/>
                    <a:pt x="399" y="596"/>
                    <a:pt x="374" y="641"/>
                  </a:cubicBezTo>
                  <a:cubicBezTo>
                    <a:pt x="371" y="646"/>
                    <a:pt x="367" y="654"/>
                    <a:pt x="361" y="665"/>
                  </a:cubicBezTo>
                  <a:lnTo>
                    <a:pt x="316" y="655"/>
                  </a:lnTo>
                  <a:lnTo>
                    <a:pt x="392" y="366"/>
                  </a:lnTo>
                  <a:lnTo>
                    <a:pt x="1350" y="366"/>
                  </a:lnTo>
                  <a:lnTo>
                    <a:pt x="588" y="1385"/>
                  </a:lnTo>
                  <a:cubicBezTo>
                    <a:pt x="638" y="1380"/>
                    <a:pt x="658" y="1379"/>
                    <a:pt x="698" y="1379"/>
                  </a:cubicBezTo>
                  <a:cubicBezTo>
                    <a:pt x="729" y="1379"/>
                    <a:pt x="776" y="1381"/>
                    <a:pt x="839" y="1385"/>
                  </a:cubicBezTo>
                  <a:lnTo>
                    <a:pt x="974" y="1393"/>
                  </a:lnTo>
                  <a:cubicBezTo>
                    <a:pt x="1023" y="1396"/>
                    <a:pt x="1064" y="1397"/>
                    <a:pt x="1095" y="1397"/>
                  </a:cubicBezTo>
                  <a:cubicBezTo>
                    <a:pt x="1165" y="1397"/>
                    <a:pt x="1210" y="1392"/>
                    <a:pt x="1255" y="1378"/>
                  </a:cubicBezTo>
                  <a:cubicBezTo>
                    <a:pt x="1290" y="1367"/>
                    <a:pt x="1324" y="1351"/>
                    <a:pt x="1354" y="1331"/>
                  </a:cubicBezTo>
                  <a:cubicBezTo>
                    <a:pt x="1408" y="1293"/>
                    <a:pt x="1460" y="1234"/>
                    <a:pt x="1491" y="1175"/>
                  </a:cubicBezTo>
                  <a:cubicBezTo>
                    <a:pt x="1494" y="1169"/>
                    <a:pt x="1499" y="1160"/>
                    <a:pt x="1504" y="1147"/>
                  </a:cubicBezTo>
                  <a:lnTo>
                    <a:pt x="1545" y="1158"/>
                  </a:lnTo>
                  <a:cubicBezTo>
                    <a:pt x="1532" y="1208"/>
                    <a:pt x="1525" y="1228"/>
                    <a:pt x="1505" y="1273"/>
                  </a:cubicBezTo>
                  <a:cubicBezTo>
                    <a:pt x="1464" y="1364"/>
                    <a:pt x="1417" y="1425"/>
                    <a:pt x="1354" y="1472"/>
                  </a:cubicBezTo>
                  <a:cubicBezTo>
                    <a:pt x="1289" y="1521"/>
                    <a:pt x="1216" y="1544"/>
                    <a:pt x="1131" y="1546"/>
                  </a:cubicBezTo>
                  <a:lnTo>
                    <a:pt x="1118" y="1546"/>
                  </a:lnTo>
                  <a:cubicBezTo>
                    <a:pt x="1055" y="1546"/>
                    <a:pt x="1006" y="1541"/>
                    <a:pt x="854" y="1518"/>
                  </a:cubicBezTo>
                  <a:cubicBezTo>
                    <a:pt x="700" y="1494"/>
                    <a:pt x="621" y="1486"/>
                    <a:pt x="544" y="1486"/>
                  </a:cubicBezTo>
                  <a:cubicBezTo>
                    <a:pt x="492" y="1486"/>
                    <a:pt x="444" y="1490"/>
                    <a:pt x="394" y="1498"/>
                  </a:cubicBezTo>
                  <a:cubicBezTo>
                    <a:pt x="328" y="1508"/>
                    <a:pt x="302" y="1516"/>
                    <a:pt x="242" y="1543"/>
                  </a:cubicBezTo>
                  <a:cubicBezTo>
                    <a:pt x="410" y="1727"/>
                    <a:pt x="652" y="1842"/>
                    <a:pt x="920" y="1842"/>
                  </a:cubicBezTo>
                  <a:cubicBezTo>
                    <a:pt x="1429" y="1842"/>
                    <a:pt x="1841" y="1430"/>
                    <a:pt x="1841" y="921"/>
                  </a:cubicBezTo>
                  <a:cubicBezTo>
                    <a:pt x="1841" y="412"/>
                    <a:pt x="1429" y="0"/>
                    <a:pt x="9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04779FF0-DDCC-405A-8A7F-BAEF71FA8F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2" y="197"/>
              <a:ext cx="25" cy="80"/>
            </a:xfrm>
            <a:custGeom>
              <a:avLst/>
              <a:gdLst>
                <a:gd name="T0" fmla="*/ 232 w 288"/>
                <a:gd name="T1" fmla="*/ 166 h 897"/>
                <a:gd name="T2" fmla="*/ 232 w 288"/>
                <a:gd name="T3" fmla="*/ 166 h 897"/>
                <a:gd name="T4" fmla="*/ 241 w 288"/>
                <a:gd name="T5" fmla="*/ 65 h 897"/>
                <a:gd name="T6" fmla="*/ 254 w 288"/>
                <a:gd name="T7" fmla="*/ 37 h 897"/>
                <a:gd name="T8" fmla="*/ 288 w 288"/>
                <a:gd name="T9" fmla="*/ 0 h 897"/>
                <a:gd name="T10" fmla="*/ 0 w 288"/>
                <a:gd name="T11" fmla="*/ 0 h 897"/>
                <a:gd name="T12" fmla="*/ 33 w 288"/>
                <a:gd name="T13" fmla="*/ 35 h 897"/>
                <a:gd name="T14" fmla="*/ 47 w 288"/>
                <a:gd name="T15" fmla="*/ 64 h 897"/>
                <a:gd name="T16" fmla="*/ 56 w 288"/>
                <a:gd name="T17" fmla="*/ 161 h 897"/>
                <a:gd name="T18" fmla="*/ 56 w 288"/>
                <a:gd name="T19" fmla="*/ 215 h 897"/>
                <a:gd name="T20" fmla="*/ 56 w 288"/>
                <a:gd name="T21" fmla="*/ 752 h 897"/>
                <a:gd name="T22" fmla="*/ 42 w 288"/>
                <a:gd name="T23" fmla="*/ 839 h 897"/>
                <a:gd name="T24" fmla="*/ 28 w 288"/>
                <a:gd name="T25" fmla="*/ 865 h 897"/>
                <a:gd name="T26" fmla="*/ 1 w 288"/>
                <a:gd name="T27" fmla="*/ 897 h 897"/>
                <a:gd name="T28" fmla="*/ 285 w 288"/>
                <a:gd name="T29" fmla="*/ 897 h 897"/>
                <a:gd name="T30" fmla="*/ 258 w 288"/>
                <a:gd name="T31" fmla="*/ 865 h 897"/>
                <a:gd name="T32" fmla="*/ 243 w 288"/>
                <a:gd name="T33" fmla="*/ 838 h 897"/>
                <a:gd name="T34" fmla="*/ 231 w 288"/>
                <a:gd name="T35" fmla="*/ 759 h 897"/>
                <a:gd name="T36" fmla="*/ 231 w 288"/>
                <a:gd name="T37" fmla="*/ 218 h 897"/>
                <a:gd name="T38" fmla="*/ 232 w 288"/>
                <a:gd name="T39" fmla="*/ 166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88" h="897">
                  <a:moveTo>
                    <a:pt x="232" y="166"/>
                  </a:moveTo>
                  <a:lnTo>
                    <a:pt x="232" y="166"/>
                  </a:lnTo>
                  <a:cubicBezTo>
                    <a:pt x="232" y="106"/>
                    <a:pt x="233" y="89"/>
                    <a:pt x="241" y="65"/>
                  </a:cubicBezTo>
                  <a:cubicBezTo>
                    <a:pt x="244" y="55"/>
                    <a:pt x="248" y="46"/>
                    <a:pt x="254" y="37"/>
                  </a:cubicBezTo>
                  <a:cubicBezTo>
                    <a:pt x="263" y="22"/>
                    <a:pt x="270" y="14"/>
                    <a:pt x="288" y="0"/>
                  </a:cubicBezTo>
                  <a:lnTo>
                    <a:pt x="0" y="0"/>
                  </a:lnTo>
                  <a:cubicBezTo>
                    <a:pt x="18" y="16"/>
                    <a:pt x="24" y="22"/>
                    <a:pt x="33" y="35"/>
                  </a:cubicBezTo>
                  <a:cubicBezTo>
                    <a:pt x="39" y="44"/>
                    <a:pt x="44" y="54"/>
                    <a:pt x="47" y="64"/>
                  </a:cubicBezTo>
                  <a:cubicBezTo>
                    <a:pt x="53" y="86"/>
                    <a:pt x="56" y="108"/>
                    <a:pt x="56" y="161"/>
                  </a:cubicBezTo>
                  <a:cubicBezTo>
                    <a:pt x="56" y="188"/>
                    <a:pt x="56" y="206"/>
                    <a:pt x="56" y="215"/>
                  </a:cubicBezTo>
                  <a:lnTo>
                    <a:pt x="56" y="752"/>
                  </a:lnTo>
                  <a:cubicBezTo>
                    <a:pt x="56" y="784"/>
                    <a:pt x="51" y="817"/>
                    <a:pt x="42" y="839"/>
                  </a:cubicBezTo>
                  <a:cubicBezTo>
                    <a:pt x="39" y="848"/>
                    <a:pt x="34" y="857"/>
                    <a:pt x="28" y="865"/>
                  </a:cubicBezTo>
                  <a:cubicBezTo>
                    <a:pt x="21" y="875"/>
                    <a:pt x="16" y="880"/>
                    <a:pt x="1" y="897"/>
                  </a:cubicBezTo>
                  <a:lnTo>
                    <a:pt x="285" y="897"/>
                  </a:lnTo>
                  <a:cubicBezTo>
                    <a:pt x="271" y="885"/>
                    <a:pt x="266" y="879"/>
                    <a:pt x="258" y="865"/>
                  </a:cubicBezTo>
                  <a:cubicBezTo>
                    <a:pt x="252" y="856"/>
                    <a:pt x="247" y="847"/>
                    <a:pt x="243" y="838"/>
                  </a:cubicBezTo>
                  <a:cubicBezTo>
                    <a:pt x="236" y="817"/>
                    <a:pt x="231" y="787"/>
                    <a:pt x="231" y="759"/>
                  </a:cubicBezTo>
                  <a:lnTo>
                    <a:pt x="231" y="218"/>
                  </a:lnTo>
                  <a:lnTo>
                    <a:pt x="232" y="1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E925ED24-DB1A-42EF-8C81-848273020D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" y="197"/>
              <a:ext cx="77" cy="80"/>
            </a:xfrm>
            <a:custGeom>
              <a:avLst/>
              <a:gdLst>
                <a:gd name="T0" fmla="*/ 810 w 869"/>
                <a:gd name="T1" fmla="*/ 165 h 897"/>
                <a:gd name="T2" fmla="*/ 810 w 869"/>
                <a:gd name="T3" fmla="*/ 165 h 897"/>
                <a:gd name="T4" fmla="*/ 819 w 869"/>
                <a:gd name="T5" fmla="*/ 70 h 897"/>
                <a:gd name="T6" fmla="*/ 834 w 869"/>
                <a:gd name="T7" fmla="*/ 37 h 897"/>
                <a:gd name="T8" fmla="*/ 869 w 869"/>
                <a:gd name="T9" fmla="*/ 0 h 897"/>
                <a:gd name="T10" fmla="*/ 576 w 869"/>
                <a:gd name="T11" fmla="*/ 0 h 897"/>
                <a:gd name="T12" fmla="*/ 609 w 869"/>
                <a:gd name="T13" fmla="*/ 36 h 897"/>
                <a:gd name="T14" fmla="*/ 624 w 869"/>
                <a:gd name="T15" fmla="*/ 67 h 897"/>
                <a:gd name="T16" fmla="*/ 634 w 869"/>
                <a:gd name="T17" fmla="*/ 162 h 897"/>
                <a:gd name="T18" fmla="*/ 634 w 869"/>
                <a:gd name="T19" fmla="*/ 379 h 897"/>
                <a:gd name="T20" fmla="*/ 232 w 869"/>
                <a:gd name="T21" fmla="*/ 379 h 897"/>
                <a:gd name="T22" fmla="*/ 232 w 869"/>
                <a:gd name="T23" fmla="*/ 216 h 897"/>
                <a:gd name="T24" fmla="*/ 234 w 869"/>
                <a:gd name="T25" fmla="*/ 109 h 897"/>
                <a:gd name="T26" fmla="*/ 241 w 869"/>
                <a:gd name="T27" fmla="*/ 70 h 897"/>
                <a:gd name="T28" fmla="*/ 278 w 869"/>
                <a:gd name="T29" fmla="*/ 9 h 897"/>
                <a:gd name="T30" fmla="*/ 288 w 869"/>
                <a:gd name="T31" fmla="*/ 0 h 897"/>
                <a:gd name="T32" fmla="*/ 1 w 869"/>
                <a:gd name="T33" fmla="*/ 0 h 897"/>
                <a:gd name="T34" fmla="*/ 30 w 869"/>
                <a:gd name="T35" fmla="*/ 34 h 897"/>
                <a:gd name="T36" fmla="*/ 46 w 869"/>
                <a:gd name="T37" fmla="*/ 64 h 897"/>
                <a:gd name="T38" fmla="*/ 56 w 869"/>
                <a:gd name="T39" fmla="*/ 159 h 897"/>
                <a:gd name="T40" fmla="*/ 57 w 869"/>
                <a:gd name="T41" fmla="*/ 216 h 897"/>
                <a:gd name="T42" fmla="*/ 57 w 869"/>
                <a:gd name="T43" fmla="*/ 707 h 897"/>
                <a:gd name="T44" fmla="*/ 53 w 869"/>
                <a:gd name="T45" fmla="*/ 802 h 897"/>
                <a:gd name="T46" fmla="*/ 44 w 869"/>
                <a:gd name="T47" fmla="*/ 838 h 897"/>
                <a:gd name="T48" fmla="*/ 9 w 869"/>
                <a:gd name="T49" fmla="*/ 888 h 897"/>
                <a:gd name="T50" fmla="*/ 0 w 869"/>
                <a:gd name="T51" fmla="*/ 897 h 897"/>
                <a:gd name="T52" fmla="*/ 284 w 869"/>
                <a:gd name="T53" fmla="*/ 897 h 897"/>
                <a:gd name="T54" fmla="*/ 260 w 869"/>
                <a:gd name="T55" fmla="*/ 867 h 897"/>
                <a:gd name="T56" fmla="*/ 245 w 869"/>
                <a:gd name="T57" fmla="*/ 839 h 897"/>
                <a:gd name="T58" fmla="*/ 232 w 869"/>
                <a:gd name="T59" fmla="*/ 761 h 897"/>
                <a:gd name="T60" fmla="*/ 232 w 869"/>
                <a:gd name="T61" fmla="*/ 707 h 897"/>
                <a:gd name="T62" fmla="*/ 232 w 869"/>
                <a:gd name="T63" fmla="*/ 490 h 897"/>
                <a:gd name="T64" fmla="*/ 634 w 869"/>
                <a:gd name="T65" fmla="*/ 490 h 897"/>
                <a:gd name="T66" fmla="*/ 634 w 869"/>
                <a:gd name="T67" fmla="*/ 709 h 897"/>
                <a:gd name="T68" fmla="*/ 630 w 869"/>
                <a:gd name="T69" fmla="*/ 800 h 897"/>
                <a:gd name="T70" fmla="*/ 620 w 869"/>
                <a:gd name="T71" fmla="*/ 838 h 897"/>
                <a:gd name="T72" fmla="*/ 588 w 869"/>
                <a:gd name="T73" fmla="*/ 885 h 897"/>
                <a:gd name="T74" fmla="*/ 575 w 869"/>
                <a:gd name="T75" fmla="*/ 897 h 897"/>
                <a:gd name="T76" fmla="*/ 862 w 869"/>
                <a:gd name="T77" fmla="*/ 897 h 897"/>
                <a:gd name="T78" fmla="*/ 838 w 869"/>
                <a:gd name="T79" fmla="*/ 869 h 897"/>
                <a:gd name="T80" fmla="*/ 821 w 869"/>
                <a:gd name="T81" fmla="*/ 839 h 897"/>
                <a:gd name="T82" fmla="*/ 810 w 869"/>
                <a:gd name="T83" fmla="*/ 758 h 897"/>
                <a:gd name="T84" fmla="*/ 809 w 869"/>
                <a:gd name="T85" fmla="*/ 712 h 897"/>
                <a:gd name="T86" fmla="*/ 810 w 869"/>
                <a:gd name="T87" fmla="*/ 218 h 897"/>
                <a:gd name="T88" fmla="*/ 810 w 869"/>
                <a:gd name="T89" fmla="*/ 16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69" h="897">
                  <a:moveTo>
                    <a:pt x="810" y="165"/>
                  </a:moveTo>
                  <a:lnTo>
                    <a:pt x="810" y="165"/>
                  </a:lnTo>
                  <a:cubicBezTo>
                    <a:pt x="810" y="125"/>
                    <a:pt x="813" y="95"/>
                    <a:pt x="819" y="70"/>
                  </a:cubicBezTo>
                  <a:cubicBezTo>
                    <a:pt x="823" y="59"/>
                    <a:pt x="828" y="48"/>
                    <a:pt x="834" y="37"/>
                  </a:cubicBezTo>
                  <a:cubicBezTo>
                    <a:pt x="843" y="22"/>
                    <a:pt x="850" y="14"/>
                    <a:pt x="869" y="0"/>
                  </a:cubicBezTo>
                  <a:lnTo>
                    <a:pt x="576" y="0"/>
                  </a:lnTo>
                  <a:cubicBezTo>
                    <a:pt x="593" y="14"/>
                    <a:pt x="599" y="20"/>
                    <a:pt x="609" y="36"/>
                  </a:cubicBezTo>
                  <a:cubicBezTo>
                    <a:pt x="616" y="46"/>
                    <a:pt x="621" y="57"/>
                    <a:pt x="624" y="67"/>
                  </a:cubicBezTo>
                  <a:cubicBezTo>
                    <a:pt x="631" y="88"/>
                    <a:pt x="634" y="115"/>
                    <a:pt x="634" y="162"/>
                  </a:cubicBezTo>
                  <a:lnTo>
                    <a:pt x="634" y="379"/>
                  </a:lnTo>
                  <a:lnTo>
                    <a:pt x="232" y="379"/>
                  </a:lnTo>
                  <a:lnTo>
                    <a:pt x="232" y="216"/>
                  </a:lnTo>
                  <a:cubicBezTo>
                    <a:pt x="232" y="166"/>
                    <a:pt x="232" y="134"/>
                    <a:pt x="234" y="109"/>
                  </a:cubicBezTo>
                  <a:cubicBezTo>
                    <a:pt x="235" y="95"/>
                    <a:pt x="238" y="82"/>
                    <a:pt x="241" y="70"/>
                  </a:cubicBezTo>
                  <a:cubicBezTo>
                    <a:pt x="247" y="51"/>
                    <a:pt x="264" y="24"/>
                    <a:pt x="278" y="9"/>
                  </a:cubicBezTo>
                  <a:cubicBezTo>
                    <a:pt x="280" y="7"/>
                    <a:pt x="284" y="4"/>
                    <a:pt x="288" y="0"/>
                  </a:cubicBezTo>
                  <a:lnTo>
                    <a:pt x="1" y="0"/>
                  </a:lnTo>
                  <a:cubicBezTo>
                    <a:pt x="18" y="17"/>
                    <a:pt x="23" y="23"/>
                    <a:pt x="30" y="34"/>
                  </a:cubicBezTo>
                  <a:cubicBezTo>
                    <a:pt x="37" y="43"/>
                    <a:pt x="42" y="53"/>
                    <a:pt x="46" y="64"/>
                  </a:cubicBezTo>
                  <a:cubicBezTo>
                    <a:pt x="53" y="87"/>
                    <a:pt x="55" y="100"/>
                    <a:pt x="56" y="159"/>
                  </a:cubicBezTo>
                  <a:lnTo>
                    <a:pt x="57" y="216"/>
                  </a:lnTo>
                  <a:lnTo>
                    <a:pt x="57" y="707"/>
                  </a:lnTo>
                  <a:cubicBezTo>
                    <a:pt x="57" y="757"/>
                    <a:pt x="56" y="779"/>
                    <a:pt x="53" y="802"/>
                  </a:cubicBezTo>
                  <a:cubicBezTo>
                    <a:pt x="51" y="814"/>
                    <a:pt x="48" y="825"/>
                    <a:pt x="44" y="838"/>
                  </a:cubicBezTo>
                  <a:cubicBezTo>
                    <a:pt x="37" y="857"/>
                    <a:pt x="26" y="872"/>
                    <a:pt x="9" y="888"/>
                  </a:cubicBezTo>
                  <a:cubicBezTo>
                    <a:pt x="7" y="890"/>
                    <a:pt x="4" y="893"/>
                    <a:pt x="0" y="897"/>
                  </a:cubicBezTo>
                  <a:lnTo>
                    <a:pt x="284" y="897"/>
                  </a:lnTo>
                  <a:cubicBezTo>
                    <a:pt x="271" y="884"/>
                    <a:pt x="267" y="878"/>
                    <a:pt x="260" y="867"/>
                  </a:cubicBezTo>
                  <a:cubicBezTo>
                    <a:pt x="254" y="859"/>
                    <a:pt x="249" y="849"/>
                    <a:pt x="245" y="839"/>
                  </a:cubicBezTo>
                  <a:cubicBezTo>
                    <a:pt x="236" y="815"/>
                    <a:pt x="233" y="799"/>
                    <a:pt x="232" y="761"/>
                  </a:cubicBezTo>
                  <a:cubicBezTo>
                    <a:pt x="232" y="741"/>
                    <a:pt x="232" y="724"/>
                    <a:pt x="232" y="707"/>
                  </a:cubicBezTo>
                  <a:lnTo>
                    <a:pt x="232" y="490"/>
                  </a:lnTo>
                  <a:lnTo>
                    <a:pt x="634" y="490"/>
                  </a:lnTo>
                  <a:lnTo>
                    <a:pt x="634" y="709"/>
                  </a:lnTo>
                  <a:cubicBezTo>
                    <a:pt x="634" y="757"/>
                    <a:pt x="633" y="775"/>
                    <a:pt x="630" y="800"/>
                  </a:cubicBezTo>
                  <a:cubicBezTo>
                    <a:pt x="628" y="813"/>
                    <a:pt x="625" y="826"/>
                    <a:pt x="620" y="838"/>
                  </a:cubicBezTo>
                  <a:cubicBezTo>
                    <a:pt x="613" y="855"/>
                    <a:pt x="603" y="871"/>
                    <a:pt x="588" y="885"/>
                  </a:cubicBezTo>
                  <a:cubicBezTo>
                    <a:pt x="585" y="888"/>
                    <a:pt x="581" y="892"/>
                    <a:pt x="575" y="897"/>
                  </a:cubicBezTo>
                  <a:lnTo>
                    <a:pt x="862" y="897"/>
                  </a:lnTo>
                  <a:cubicBezTo>
                    <a:pt x="850" y="885"/>
                    <a:pt x="846" y="880"/>
                    <a:pt x="838" y="869"/>
                  </a:cubicBezTo>
                  <a:cubicBezTo>
                    <a:pt x="831" y="859"/>
                    <a:pt x="825" y="849"/>
                    <a:pt x="821" y="839"/>
                  </a:cubicBezTo>
                  <a:cubicBezTo>
                    <a:pt x="813" y="818"/>
                    <a:pt x="811" y="803"/>
                    <a:pt x="810" y="758"/>
                  </a:cubicBezTo>
                  <a:cubicBezTo>
                    <a:pt x="809" y="732"/>
                    <a:pt x="809" y="717"/>
                    <a:pt x="809" y="712"/>
                  </a:cubicBezTo>
                  <a:lnTo>
                    <a:pt x="810" y="218"/>
                  </a:lnTo>
                  <a:lnTo>
                    <a:pt x="810" y="16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8CC5B0C1-B8B3-4F9C-8E68-FB9E998A567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2" y="197"/>
              <a:ext cx="73" cy="80"/>
            </a:xfrm>
            <a:custGeom>
              <a:avLst/>
              <a:gdLst>
                <a:gd name="T0" fmla="*/ 408 w 822"/>
                <a:gd name="T1" fmla="*/ 395 h 897"/>
                <a:gd name="T2" fmla="*/ 408 w 822"/>
                <a:gd name="T3" fmla="*/ 395 h 897"/>
                <a:gd name="T4" fmla="*/ 295 w 822"/>
                <a:gd name="T5" fmla="*/ 431 h 897"/>
                <a:gd name="T6" fmla="*/ 248 w 822"/>
                <a:gd name="T7" fmla="*/ 435 h 897"/>
                <a:gd name="T8" fmla="*/ 233 w 822"/>
                <a:gd name="T9" fmla="*/ 435 h 897"/>
                <a:gd name="T10" fmla="*/ 233 w 822"/>
                <a:gd name="T11" fmla="*/ 103 h 897"/>
                <a:gd name="T12" fmla="*/ 257 w 822"/>
                <a:gd name="T13" fmla="*/ 102 h 897"/>
                <a:gd name="T14" fmla="*/ 378 w 822"/>
                <a:gd name="T15" fmla="*/ 117 h 897"/>
                <a:gd name="T16" fmla="*/ 439 w 822"/>
                <a:gd name="T17" fmla="*/ 149 h 897"/>
                <a:gd name="T18" fmla="*/ 485 w 822"/>
                <a:gd name="T19" fmla="*/ 260 h 897"/>
                <a:gd name="T20" fmla="*/ 450 w 822"/>
                <a:gd name="T21" fmla="*/ 361 h 897"/>
                <a:gd name="T22" fmla="*/ 408 w 822"/>
                <a:gd name="T23" fmla="*/ 395 h 897"/>
                <a:gd name="T24" fmla="*/ 408 w 822"/>
                <a:gd name="T25" fmla="*/ 395 h 897"/>
                <a:gd name="T26" fmla="*/ 750 w 822"/>
                <a:gd name="T27" fmla="*/ 835 h 897"/>
                <a:gd name="T28" fmla="*/ 750 w 822"/>
                <a:gd name="T29" fmla="*/ 835 h 897"/>
                <a:gd name="T30" fmla="*/ 649 w 822"/>
                <a:gd name="T31" fmla="*/ 730 h 897"/>
                <a:gd name="T32" fmla="*/ 583 w 822"/>
                <a:gd name="T33" fmla="*/ 657 h 897"/>
                <a:gd name="T34" fmla="*/ 444 w 822"/>
                <a:gd name="T35" fmla="*/ 493 h 897"/>
                <a:gd name="T36" fmla="*/ 484 w 822"/>
                <a:gd name="T37" fmla="*/ 480 h 897"/>
                <a:gd name="T38" fmla="*/ 594 w 822"/>
                <a:gd name="T39" fmla="*/ 416 h 897"/>
                <a:gd name="T40" fmla="*/ 665 w 822"/>
                <a:gd name="T41" fmla="*/ 313 h 897"/>
                <a:gd name="T42" fmla="*/ 676 w 822"/>
                <a:gd name="T43" fmla="*/ 244 h 897"/>
                <a:gd name="T44" fmla="*/ 615 w 822"/>
                <a:gd name="T45" fmla="*/ 97 h 897"/>
                <a:gd name="T46" fmla="*/ 470 w 822"/>
                <a:gd name="T47" fmla="*/ 16 h 897"/>
                <a:gd name="T48" fmla="*/ 316 w 822"/>
                <a:gd name="T49" fmla="*/ 1 h 897"/>
                <a:gd name="T50" fmla="*/ 233 w 822"/>
                <a:gd name="T51" fmla="*/ 0 h 897"/>
                <a:gd name="T52" fmla="*/ 2 w 822"/>
                <a:gd name="T53" fmla="*/ 0 h 897"/>
                <a:gd name="T54" fmla="*/ 32 w 822"/>
                <a:gd name="T55" fmla="*/ 33 h 897"/>
                <a:gd name="T56" fmla="*/ 47 w 822"/>
                <a:gd name="T57" fmla="*/ 66 h 897"/>
                <a:gd name="T58" fmla="*/ 56 w 822"/>
                <a:gd name="T59" fmla="*/ 162 h 897"/>
                <a:gd name="T60" fmla="*/ 56 w 822"/>
                <a:gd name="T61" fmla="*/ 750 h 897"/>
                <a:gd name="T62" fmla="*/ 46 w 822"/>
                <a:gd name="T63" fmla="*/ 837 h 897"/>
                <a:gd name="T64" fmla="*/ 31 w 822"/>
                <a:gd name="T65" fmla="*/ 865 h 897"/>
                <a:gd name="T66" fmla="*/ 0 w 822"/>
                <a:gd name="T67" fmla="*/ 897 h 897"/>
                <a:gd name="T68" fmla="*/ 285 w 822"/>
                <a:gd name="T69" fmla="*/ 897 h 897"/>
                <a:gd name="T70" fmla="*/ 261 w 822"/>
                <a:gd name="T71" fmla="*/ 867 h 897"/>
                <a:gd name="T72" fmla="*/ 245 w 822"/>
                <a:gd name="T73" fmla="*/ 840 h 897"/>
                <a:gd name="T74" fmla="*/ 234 w 822"/>
                <a:gd name="T75" fmla="*/ 757 h 897"/>
                <a:gd name="T76" fmla="*/ 233 w 822"/>
                <a:gd name="T77" fmla="*/ 712 h 897"/>
                <a:gd name="T78" fmla="*/ 233 w 822"/>
                <a:gd name="T79" fmla="*/ 510 h 897"/>
                <a:gd name="T80" fmla="*/ 400 w 822"/>
                <a:gd name="T81" fmla="*/ 710 h 897"/>
                <a:gd name="T82" fmla="*/ 437 w 822"/>
                <a:gd name="T83" fmla="*/ 753 h 897"/>
                <a:gd name="T84" fmla="*/ 481 w 822"/>
                <a:gd name="T85" fmla="*/ 801 h 897"/>
                <a:gd name="T86" fmla="*/ 573 w 822"/>
                <a:gd name="T87" fmla="*/ 875 h 897"/>
                <a:gd name="T88" fmla="*/ 662 w 822"/>
                <a:gd name="T89" fmla="*/ 896 h 897"/>
                <a:gd name="T90" fmla="*/ 709 w 822"/>
                <a:gd name="T91" fmla="*/ 897 h 897"/>
                <a:gd name="T92" fmla="*/ 822 w 822"/>
                <a:gd name="T93" fmla="*/ 897 h 897"/>
                <a:gd name="T94" fmla="*/ 789 w 822"/>
                <a:gd name="T95" fmla="*/ 870 h 897"/>
                <a:gd name="T96" fmla="*/ 750 w 822"/>
                <a:gd name="T97" fmla="*/ 835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2" h="897">
                  <a:moveTo>
                    <a:pt x="408" y="395"/>
                  </a:moveTo>
                  <a:lnTo>
                    <a:pt x="408" y="395"/>
                  </a:lnTo>
                  <a:cubicBezTo>
                    <a:pt x="376" y="413"/>
                    <a:pt x="343" y="424"/>
                    <a:pt x="295" y="431"/>
                  </a:cubicBezTo>
                  <a:cubicBezTo>
                    <a:pt x="277" y="434"/>
                    <a:pt x="261" y="435"/>
                    <a:pt x="248" y="435"/>
                  </a:cubicBezTo>
                  <a:cubicBezTo>
                    <a:pt x="243" y="435"/>
                    <a:pt x="240" y="435"/>
                    <a:pt x="233" y="435"/>
                  </a:cubicBezTo>
                  <a:lnTo>
                    <a:pt x="233" y="103"/>
                  </a:lnTo>
                  <a:cubicBezTo>
                    <a:pt x="245" y="102"/>
                    <a:pt x="249" y="102"/>
                    <a:pt x="257" y="102"/>
                  </a:cubicBezTo>
                  <a:cubicBezTo>
                    <a:pt x="301" y="102"/>
                    <a:pt x="344" y="107"/>
                    <a:pt x="378" y="117"/>
                  </a:cubicBezTo>
                  <a:cubicBezTo>
                    <a:pt x="400" y="123"/>
                    <a:pt x="421" y="135"/>
                    <a:pt x="439" y="149"/>
                  </a:cubicBezTo>
                  <a:cubicBezTo>
                    <a:pt x="469" y="175"/>
                    <a:pt x="485" y="213"/>
                    <a:pt x="485" y="260"/>
                  </a:cubicBezTo>
                  <a:cubicBezTo>
                    <a:pt x="485" y="300"/>
                    <a:pt x="473" y="335"/>
                    <a:pt x="450" y="361"/>
                  </a:cubicBezTo>
                  <a:cubicBezTo>
                    <a:pt x="439" y="373"/>
                    <a:pt x="425" y="385"/>
                    <a:pt x="408" y="395"/>
                  </a:cubicBezTo>
                  <a:lnTo>
                    <a:pt x="408" y="395"/>
                  </a:lnTo>
                  <a:close/>
                  <a:moveTo>
                    <a:pt x="750" y="835"/>
                  </a:moveTo>
                  <a:lnTo>
                    <a:pt x="750" y="835"/>
                  </a:lnTo>
                  <a:cubicBezTo>
                    <a:pt x="719" y="804"/>
                    <a:pt x="691" y="776"/>
                    <a:pt x="649" y="730"/>
                  </a:cubicBezTo>
                  <a:cubicBezTo>
                    <a:pt x="622" y="702"/>
                    <a:pt x="600" y="677"/>
                    <a:pt x="583" y="657"/>
                  </a:cubicBezTo>
                  <a:lnTo>
                    <a:pt x="444" y="493"/>
                  </a:lnTo>
                  <a:cubicBezTo>
                    <a:pt x="461" y="488"/>
                    <a:pt x="468" y="486"/>
                    <a:pt x="484" y="480"/>
                  </a:cubicBezTo>
                  <a:cubicBezTo>
                    <a:pt x="529" y="462"/>
                    <a:pt x="563" y="442"/>
                    <a:pt x="594" y="416"/>
                  </a:cubicBezTo>
                  <a:cubicBezTo>
                    <a:pt x="630" y="386"/>
                    <a:pt x="652" y="354"/>
                    <a:pt x="665" y="313"/>
                  </a:cubicBezTo>
                  <a:cubicBezTo>
                    <a:pt x="673" y="291"/>
                    <a:pt x="676" y="267"/>
                    <a:pt x="676" y="244"/>
                  </a:cubicBezTo>
                  <a:cubicBezTo>
                    <a:pt x="676" y="189"/>
                    <a:pt x="656" y="139"/>
                    <a:pt x="615" y="97"/>
                  </a:cubicBezTo>
                  <a:cubicBezTo>
                    <a:pt x="579" y="58"/>
                    <a:pt x="527" y="30"/>
                    <a:pt x="470" y="16"/>
                  </a:cubicBezTo>
                  <a:cubicBezTo>
                    <a:pt x="429" y="7"/>
                    <a:pt x="388" y="2"/>
                    <a:pt x="316" y="1"/>
                  </a:cubicBezTo>
                  <a:cubicBezTo>
                    <a:pt x="289" y="0"/>
                    <a:pt x="262" y="0"/>
                    <a:pt x="233" y="0"/>
                  </a:cubicBezTo>
                  <a:lnTo>
                    <a:pt x="2" y="0"/>
                  </a:lnTo>
                  <a:cubicBezTo>
                    <a:pt x="17" y="14"/>
                    <a:pt x="23" y="20"/>
                    <a:pt x="32" y="33"/>
                  </a:cubicBezTo>
                  <a:cubicBezTo>
                    <a:pt x="38" y="44"/>
                    <a:pt x="44" y="55"/>
                    <a:pt x="47" y="66"/>
                  </a:cubicBezTo>
                  <a:cubicBezTo>
                    <a:pt x="53" y="86"/>
                    <a:pt x="56" y="114"/>
                    <a:pt x="56" y="162"/>
                  </a:cubicBezTo>
                  <a:lnTo>
                    <a:pt x="56" y="750"/>
                  </a:lnTo>
                  <a:cubicBezTo>
                    <a:pt x="56" y="793"/>
                    <a:pt x="53" y="817"/>
                    <a:pt x="46" y="837"/>
                  </a:cubicBezTo>
                  <a:cubicBezTo>
                    <a:pt x="42" y="847"/>
                    <a:pt x="37" y="857"/>
                    <a:pt x="31" y="865"/>
                  </a:cubicBezTo>
                  <a:cubicBezTo>
                    <a:pt x="22" y="876"/>
                    <a:pt x="17" y="882"/>
                    <a:pt x="0" y="897"/>
                  </a:cubicBezTo>
                  <a:lnTo>
                    <a:pt x="285" y="897"/>
                  </a:lnTo>
                  <a:cubicBezTo>
                    <a:pt x="273" y="883"/>
                    <a:pt x="269" y="878"/>
                    <a:pt x="261" y="867"/>
                  </a:cubicBezTo>
                  <a:cubicBezTo>
                    <a:pt x="254" y="859"/>
                    <a:pt x="249" y="850"/>
                    <a:pt x="245" y="840"/>
                  </a:cubicBezTo>
                  <a:cubicBezTo>
                    <a:pt x="238" y="820"/>
                    <a:pt x="234" y="799"/>
                    <a:pt x="234" y="757"/>
                  </a:cubicBezTo>
                  <a:cubicBezTo>
                    <a:pt x="234" y="744"/>
                    <a:pt x="233" y="729"/>
                    <a:pt x="233" y="712"/>
                  </a:cubicBezTo>
                  <a:lnTo>
                    <a:pt x="233" y="510"/>
                  </a:lnTo>
                  <a:lnTo>
                    <a:pt x="400" y="710"/>
                  </a:lnTo>
                  <a:cubicBezTo>
                    <a:pt x="407" y="719"/>
                    <a:pt x="420" y="734"/>
                    <a:pt x="437" y="753"/>
                  </a:cubicBezTo>
                  <a:cubicBezTo>
                    <a:pt x="456" y="775"/>
                    <a:pt x="471" y="791"/>
                    <a:pt x="481" y="801"/>
                  </a:cubicBezTo>
                  <a:cubicBezTo>
                    <a:pt x="513" y="835"/>
                    <a:pt x="543" y="859"/>
                    <a:pt x="573" y="875"/>
                  </a:cubicBezTo>
                  <a:cubicBezTo>
                    <a:pt x="599" y="889"/>
                    <a:pt x="624" y="895"/>
                    <a:pt x="662" y="896"/>
                  </a:cubicBezTo>
                  <a:cubicBezTo>
                    <a:pt x="677" y="897"/>
                    <a:pt x="693" y="897"/>
                    <a:pt x="709" y="897"/>
                  </a:cubicBezTo>
                  <a:lnTo>
                    <a:pt x="822" y="897"/>
                  </a:lnTo>
                  <a:cubicBezTo>
                    <a:pt x="807" y="885"/>
                    <a:pt x="800" y="880"/>
                    <a:pt x="789" y="870"/>
                  </a:cubicBezTo>
                  <a:cubicBezTo>
                    <a:pt x="777" y="859"/>
                    <a:pt x="764" y="848"/>
                    <a:pt x="750" y="83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34F3EDB6-FE7C-462E-BB43-CAE35EBC549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9" y="195"/>
              <a:ext cx="68" cy="84"/>
            </a:xfrm>
            <a:custGeom>
              <a:avLst/>
              <a:gdLst>
                <a:gd name="T0" fmla="*/ 668 w 765"/>
                <a:gd name="T1" fmla="*/ 790 h 944"/>
                <a:gd name="T2" fmla="*/ 668 w 765"/>
                <a:gd name="T3" fmla="*/ 790 h 944"/>
                <a:gd name="T4" fmla="*/ 512 w 765"/>
                <a:gd name="T5" fmla="*/ 823 h 944"/>
                <a:gd name="T6" fmla="*/ 281 w 765"/>
                <a:gd name="T7" fmla="*/ 727 h 944"/>
                <a:gd name="T8" fmla="*/ 191 w 765"/>
                <a:gd name="T9" fmla="*/ 478 h 944"/>
                <a:gd name="T10" fmla="*/ 272 w 765"/>
                <a:gd name="T11" fmla="*/ 236 h 944"/>
                <a:gd name="T12" fmla="*/ 354 w 765"/>
                <a:gd name="T13" fmla="*/ 170 h 944"/>
                <a:gd name="T14" fmla="*/ 527 w 765"/>
                <a:gd name="T15" fmla="*/ 126 h 944"/>
                <a:gd name="T16" fmla="*/ 688 w 765"/>
                <a:gd name="T17" fmla="*/ 159 h 944"/>
                <a:gd name="T18" fmla="*/ 762 w 765"/>
                <a:gd name="T19" fmla="*/ 199 h 944"/>
                <a:gd name="T20" fmla="*/ 762 w 765"/>
                <a:gd name="T21" fmla="*/ 31 h 944"/>
                <a:gd name="T22" fmla="*/ 708 w 765"/>
                <a:gd name="T23" fmla="*/ 16 h 944"/>
                <a:gd name="T24" fmla="*/ 550 w 765"/>
                <a:gd name="T25" fmla="*/ 0 h 944"/>
                <a:gd name="T26" fmla="*/ 294 w 765"/>
                <a:gd name="T27" fmla="*/ 48 h 944"/>
                <a:gd name="T28" fmla="*/ 171 w 765"/>
                <a:gd name="T29" fmla="*/ 121 h 944"/>
                <a:gd name="T30" fmla="*/ 0 w 765"/>
                <a:gd name="T31" fmla="*/ 488 h 944"/>
                <a:gd name="T32" fmla="*/ 164 w 765"/>
                <a:gd name="T33" fmla="*/ 840 h 944"/>
                <a:gd name="T34" fmla="*/ 499 w 765"/>
                <a:gd name="T35" fmla="*/ 944 h 944"/>
                <a:gd name="T36" fmla="*/ 751 w 765"/>
                <a:gd name="T37" fmla="*/ 904 h 944"/>
                <a:gd name="T38" fmla="*/ 765 w 765"/>
                <a:gd name="T39" fmla="*/ 899 h 944"/>
                <a:gd name="T40" fmla="*/ 765 w 765"/>
                <a:gd name="T41" fmla="*/ 736 h 944"/>
                <a:gd name="T42" fmla="*/ 724 w 765"/>
                <a:gd name="T43" fmla="*/ 763 h 944"/>
                <a:gd name="T44" fmla="*/ 668 w 765"/>
                <a:gd name="T45" fmla="*/ 790 h 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65" h="944">
                  <a:moveTo>
                    <a:pt x="668" y="790"/>
                  </a:moveTo>
                  <a:lnTo>
                    <a:pt x="668" y="790"/>
                  </a:lnTo>
                  <a:cubicBezTo>
                    <a:pt x="614" y="813"/>
                    <a:pt x="565" y="823"/>
                    <a:pt x="512" y="823"/>
                  </a:cubicBezTo>
                  <a:cubicBezTo>
                    <a:pt x="419" y="823"/>
                    <a:pt x="340" y="790"/>
                    <a:pt x="281" y="727"/>
                  </a:cubicBezTo>
                  <a:cubicBezTo>
                    <a:pt x="222" y="664"/>
                    <a:pt x="191" y="577"/>
                    <a:pt x="191" y="478"/>
                  </a:cubicBezTo>
                  <a:cubicBezTo>
                    <a:pt x="191" y="384"/>
                    <a:pt x="220" y="297"/>
                    <a:pt x="272" y="236"/>
                  </a:cubicBezTo>
                  <a:cubicBezTo>
                    <a:pt x="295" y="210"/>
                    <a:pt x="322" y="187"/>
                    <a:pt x="354" y="170"/>
                  </a:cubicBezTo>
                  <a:cubicBezTo>
                    <a:pt x="404" y="141"/>
                    <a:pt x="463" y="126"/>
                    <a:pt x="527" y="126"/>
                  </a:cubicBezTo>
                  <a:cubicBezTo>
                    <a:pt x="582" y="126"/>
                    <a:pt x="635" y="137"/>
                    <a:pt x="688" y="159"/>
                  </a:cubicBezTo>
                  <a:cubicBezTo>
                    <a:pt x="722" y="172"/>
                    <a:pt x="734" y="179"/>
                    <a:pt x="762" y="199"/>
                  </a:cubicBezTo>
                  <a:lnTo>
                    <a:pt x="762" y="31"/>
                  </a:lnTo>
                  <a:cubicBezTo>
                    <a:pt x="740" y="24"/>
                    <a:pt x="731" y="21"/>
                    <a:pt x="708" y="16"/>
                  </a:cubicBezTo>
                  <a:cubicBezTo>
                    <a:pt x="656" y="5"/>
                    <a:pt x="606" y="0"/>
                    <a:pt x="550" y="0"/>
                  </a:cubicBezTo>
                  <a:cubicBezTo>
                    <a:pt x="453" y="0"/>
                    <a:pt x="370" y="16"/>
                    <a:pt x="294" y="48"/>
                  </a:cubicBezTo>
                  <a:cubicBezTo>
                    <a:pt x="249" y="67"/>
                    <a:pt x="207" y="91"/>
                    <a:pt x="171" y="121"/>
                  </a:cubicBezTo>
                  <a:cubicBezTo>
                    <a:pt x="60" y="210"/>
                    <a:pt x="0" y="339"/>
                    <a:pt x="0" y="488"/>
                  </a:cubicBezTo>
                  <a:cubicBezTo>
                    <a:pt x="0" y="632"/>
                    <a:pt x="58" y="756"/>
                    <a:pt x="164" y="840"/>
                  </a:cubicBezTo>
                  <a:cubicBezTo>
                    <a:pt x="251" y="909"/>
                    <a:pt x="364" y="944"/>
                    <a:pt x="499" y="944"/>
                  </a:cubicBezTo>
                  <a:cubicBezTo>
                    <a:pt x="583" y="944"/>
                    <a:pt x="662" y="931"/>
                    <a:pt x="751" y="904"/>
                  </a:cubicBezTo>
                  <a:cubicBezTo>
                    <a:pt x="754" y="903"/>
                    <a:pt x="759" y="901"/>
                    <a:pt x="765" y="899"/>
                  </a:cubicBezTo>
                  <a:lnTo>
                    <a:pt x="765" y="736"/>
                  </a:lnTo>
                  <a:cubicBezTo>
                    <a:pt x="744" y="750"/>
                    <a:pt x="736" y="755"/>
                    <a:pt x="724" y="763"/>
                  </a:cubicBezTo>
                  <a:cubicBezTo>
                    <a:pt x="706" y="773"/>
                    <a:pt x="688" y="782"/>
                    <a:pt x="668" y="79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0C94C8B8-CBC0-42C8-8A35-C38A592185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1" y="197"/>
              <a:ext cx="78" cy="83"/>
            </a:xfrm>
            <a:custGeom>
              <a:avLst/>
              <a:gdLst>
                <a:gd name="T0" fmla="*/ 631 w 885"/>
                <a:gd name="T1" fmla="*/ 34 h 927"/>
                <a:gd name="T2" fmla="*/ 631 w 885"/>
                <a:gd name="T3" fmla="*/ 34 h 927"/>
                <a:gd name="T4" fmla="*/ 644 w 885"/>
                <a:gd name="T5" fmla="*/ 65 h 927"/>
                <a:gd name="T6" fmla="*/ 652 w 885"/>
                <a:gd name="T7" fmla="*/ 159 h 927"/>
                <a:gd name="T8" fmla="*/ 652 w 885"/>
                <a:gd name="T9" fmla="*/ 500 h 927"/>
                <a:gd name="T10" fmla="*/ 645 w 885"/>
                <a:gd name="T11" fmla="*/ 652 h 927"/>
                <a:gd name="T12" fmla="*/ 621 w 885"/>
                <a:gd name="T13" fmla="*/ 718 h 927"/>
                <a:gd name="T14" fmla="*/ 511 w 885"/>
                <a:gd name="T15" fmla="*/ 795 h 927"/>
                <a:gd name="T16" fmla="*/ 448 w 885"/>
                <a:gd name="T17" fmla="*/ 802 h 927"/>
                <a:gd name="T18" fmla="*/ 272 w 885"/>
                <a:gd name="T19" fmla="*/ 726 h 927"/>
                <a:gd name="T20" fmla="*/ 240 w 885"/>
                <a:gd name="T21" fmla="*/ 562 h 927"/>
                <a:gd name="T22" fmla="*/ 239 w 885"/>
                <a:gd name="T23" fmla="*/ 488 h 927"/>
                <a:gd name="T24" fmla="*/ 239 w 885"/>
                <a:gd name="T25" fmla="*/ 218 h 927"/>
                <a:gd name="T26" fmla="*/ 241 w 885"/>
                <a:gd name="T27" fmla="*/ 114 h 927"/>
                <a:gd name="T28" fmla="*/ 248 w 885"/>
                <a:gd name="T29" fmla="*/ 73 h 927"/>
                <a:gd name="T30" fmla="*/ 284 w 885"/>
                <a:gd name="T31" fmla="*/ 8 h 927"/>
                <a:gd name="T32" fmla="*/ 291 w 885"/>
                <a:gd name="T33" fmla="*/ 0 h 927"/>
                <a:gd name="T34" fmla="*/ 0 w 885"/>
                <a:gd name="T35" fmla="*/ 0 h 927"/>
                <a:gd name="T36" fmla="*/ 32 w 885"/>
                <a:gd name="T37" fmla="*/ 36 h 927"/>
                <a:gd name="T38" fmla="*/ 45 w 885"/>
                <a:gd name="T39" fmla="*/ 67 h 927"/>
                <a:gd name="T40" fmla="*/ 51 w 885"/>
                <a:gd name="T41" fmla="*/ 109 h 927"/>
                <a:gd name="T42" fmla="*/ 51 w 885"/>
                <a:gd name="T43" fmla="*/ 164 h 927"/>
                <a:gd name="T44" fmla="*/ 52 w 885"/>
                <a:gd name="T45" fmla="*/ 216 h 927"/>
                <a:gd name="T46" fmla="*/ 52 w 885"/>
                <a:gd name="T47" fmla="*/ 473 h 927"/>
                <a:gd name="T48" fmla="*/ 55 w 885"/>
                <a:gd name="T49" fmla="*/ 631 h 927"/>
                <a:gd name="T50" fmla="*/ 118 w 885"/>
                <a:gd name="T51" fmla="*/ 796 h 927"/>
                <a:gd name="T52" fmla="*/ 435 w 885"/>
                <a:gd name="T53" fmla="*/ 927 h 927"/>
                <a:gd name="T54" fmla="*/ 615 w 885"/>
                <a:gd name="T55" fmla="*/ 898 h 927"/>
                <a:gd name="T56" fmla="*/ 748 w 885"/>
                <a:gd name="T57" fmla="*/ 809 h 927"/>
                <a:gd name="T58" fmla="*/ 821 w 885"/>
                <a:gd name="T59" fmla="*/ 635 h 927"/>
                <a:gd name="T60" fmla="*/ 827 w 885"/>
                <a:gd name="T61" fmla="*/ 475 h 927"/>
                <a:gd name="T62" fmla="*/ 827 w 885"/>
                <a:gd name="T63" fmla="*/ 217 h 927"/>
                <a:gd name="T64" fmla="*/ 826 w 885"/>
                <a:gd name="T65" fmla="*/ 165 h 927"/>
                <a:gd name="T66" fmla="*/ 826 w 885"/>
                <a:gd name="T67" fmla="*/ 155 h 927"/>
                <a:gd name="T68" fmla="*/ 834 w 885"/>
                <a:gd name="T69" fmla="*/ 73 h 927"/>
                <a:gd name="T70" fmla="*/ 849 w 885"/>
                <a:gd name="T71" fmla="*/ 37 h 927"/>
                <a:gd name="T72" fmla="*/ 885 w 885"/>
                <a:gd name="T73" fmla="*/ 0 h 927"/>
                <a:gd name="T74" fmla="*/ 599 w 885"/>
                <a:gd name="T75" fmla="*/ 0 h 927"/>
                <a:gd name="T76" fmla="*/ 631 w 885"/>
                <a:gd name="T77" fmla="*/ 34 h 9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85" h="927">
                  <a:moveTo>
                    <a:pt x="631" y="34"/>
                  </a:moveTo>
                  <a:lnTo>
                    <a:pt x="631" y="34"/>
                  </a:lnTo>
                  <a:cubicBezTo>
                    <a:pt x="637" y="44"/>
                    <a:pt x="641" y="54"/>
                    <a:pt x="644" y="65"/>
                  </a:cubicBezTo>
                  <a:cubicBezTo>
                    <a:pt x="650" y="87"/>
                    <a:pt x="652" y="108"/>
                    <a:pt x="652" y="159"/>
                  </a:cubicBezTo>
                  <a:lnTo>
                    <a:pt x="652" y="500"/>
                  </a:lnTo>
                  <a:cubicBezTo>
                    <a:pt x="652" y="573"/>
                    <a:pt x="650" y="617"/>
                    <a:pt x="645" y="652"/>
                  </a:cubicBezTo>
                  <a:cubicBezTo>
                    <a:pt x="641" y="676"/>
                    <a:pt x="633" y="698"/>
                    <a:pt x="621" y="718"/>
                  </a:cubicBezTo>
                  <a:cubicBezTo>
                    <a:pt x="600" y="755"/>
                    <a:pt x="559" y="783"/>
                    <a:pt x="511" y="795"/>
                  </a:cubicBezTo>
                  <a:cubicBezTo>
                    <a:pt x="492" y="800"/>
                    <a:pt x="470" y="802"/>
                    <a:pt x="448" y="802"/>
                  </a:cubicBezTo>
                  <a:cubicBezTo>
                    <a:pt x="371" y="802"/>
                    <a:pt x="304" y="773"/>
                    <a:pt x="272" y="726"/>
                  </a:cubicBezTo>
                  <a:cubicBezTo>
                    <a:pt x="248" y="690"/>
                    <a:pt x="241" y="655"/>
                    <a:pt x="240" y="562"/>
                  </a:cubicBezTo>
                  <a:lnTo>
                    <a:pt x="239" y="488"/>
                  </a:lnTo>
                  <a:lnTo>
                    <a:pt x="239" y="218"/>
                  </a:lnTo>
                  <a:cubicBezTo>
                    <a:pt x="239" y="166"/>
                    <a:pt x="239" y="141"/>
                    <a:pt x="241" y="114"/>
                  </a:cubicBezTo>
                  <a:cubicBezTo>
                    <a:pt x="242" y="98"/>
                    <a:pt x="244" y="84"/>
                    <a:pt x="248" y="73"/>
                  </a:cubicBezTo>
                  <a:cubicBezTo>
                    <a:pt x="254" y="52"/>
                    <a:pt x="269" y="25"/>
                    <a:pt x="284" y="8"/>
                  </a:cubicBezTo>
                  <a:cubicBezTo>
                    <a:pt x="286" y="6"/>
                    <a:pt x="288" y="3"/>
                    <a:pt x="291" y="0"/>
                  </a:cubicBezTo>
                  <a:lnTo>
                    <a:pt x="0" y="0"/>
                  </a:lnTo>
                  <a:cubicBezTo>
                    <a:pt x="18" y="15"/>
                    <a:pt x="23" y="21"/>
                    <a:pt x="32" y="36"/>
                  </a:cubicBezTo>
                  <a:cubicBezTo>
                    <a:pt x="38" y="46"/>
                    <a:pt x="42" y="56"/>
                    <a:pt x="45" y="67"/>
                  </a:cubicBezTo>
                  <a:cubicBezTo>
                    <a:pt x="48" y="81"/>
                    <a:pt x="51" y="95"/>
                    <a:pt x="51" y="109"/>
                  </a:cubicBezTo>
                  <a:cubicBezTo>
                    <a:pt x="51" y="117"/>
                    <a:pt x="51" y="136"/>
                    <a:pt x="51" y="164"/>
                  </a:cubicBezTo>
                  <a:lnTo>
                    <a:pt x="52" y="216"/>
                  </a:lnTo>
                  <a:lnTo>
                    <a:pt x="52" y="473"/>
                  </a:lnTo>
                  <a:cubicBezTo>
                    <a:pt x="52" y="569"/>
                    <a:pt x="52" y="593"/>
                    <a:pt x="55" y="631"/>
                  </a:cubicBezTo>
                  <a:cubicBezTo>
                    <a:pt x="61" y="697"/>
                    <a:pt x="80" y="749"/>
                    <a:pt x="118" y="796"/>
                  </a:cubicBezTo>
                  <a:cubicBezTo>
                    <a:pt x="186" y="882"/>
                    <a:pt x="295" y="927"/>
                    <a:pt x="435" y="927"/>
                  </a:cubicBezTo>
                  <a:cubicBezTo>
                    <a:pt x="501" y="927"/>
                    <a:pt x="566" y="916"/>
                    <a:pt x="615" y="898"/>
                  </a:cubicBezTo>
                  <a:cubicBezTo>
                    <a:pt x="667" y="879"/>
                    <a:pt x="714" y="847"/>
                    <a:pt x="748" y="809"/>
                  </a:cubicBezTo>
                  <a:cubicBezTo>
                    <a:pt x="790" y="763"/>
                    <a:pt x="814" y="705"/>
                    <a:pt x="821" y="635"/>
                  </a:cubicBezTo>
                  <a:cubicBezTo>
                    <a:pt x="825" y="594"/>
                    <a:pt x="827" y="545"/>
                    <a:pt x="827" y="475"/>
                  </a:cubicBezTo>
                  <a:lnTo>
                    <a:pt x="827" y="217"/>
                  </a:lnTo>
                  <a:lnTo>
                    <a:pt x="826" y="165"/>
                  </a:lnTo>
                  <a:lnTo>
                    <a:pt x="826" y="155"/>
                  </a:lnTo>
                  <a:cubicBezTo>
                    <a:pt x="826" y="117"/>
                    <a:pt x="828" y="94"/>
                    <a:pt x="834" y="73"/>
                  </a:cubicBezTo>
                  <a:cubicBezTo>
                    <a:pt x="837" y="61"/>
                    <a:pt x="842" y="48"/>
                    <a:pt x="849" y="37"/>
                  </a:cubicBezTo>
                  <a:cubicBezTo>
                    <a:pt x="859" y="22"/>
                    <a:pt x="866" y="15"/>
                    <a:pt x="885" y="0"/>
                  </a:cubicBezTo>
                  <a:lnTo>
                    <a:pt x="599" y="0"/>
                  </a:lnTo>
                  <a:cubicBezTo>
                    <a:pt x="616" y="13"/>
                    <a:pt x="622" y="20"/>
                    <a:pt x="631" y="3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BD9D61AE-0A56-45EF-8877-45ED53B45F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1" y="197"/>
              <a:ext cx="77" cy="80"/>
            </a:xfrm>
            <a:custGeom>
              <a:avLst/>
              <a:gdLst>
                <a:gd name="T0" fmla="*/ 654 w 865"/>
                <a:gd name="T1" fmla="*/ 771 h 897"/>
                <a:gd name="T2" fmla="*/ 654 w 865"/>
                <a:gd name="T3" fmla="*/ 771 h 897"/>
                <a:gd name="T4" fmla="*/ 513 w 865"/>
                <a:gd name="T5" fmla="*/ 783 h 897"/>
                <a:gd name="T6" fmla="*/ 442 w 865"/>
                <a:gd name="T7" fmla="*/ 784 h 897"/>
                <a:gd name="T8" fmla="*/ 304 w 865"/>
                <a:gd name="T9" fmla="*/ 784 h 897"/>
                <a:gd name="T10" fmla="*/ 848 w 865"/>
                <a:gd name="T11" fmla="*/ 0 h 897"/>
                <a:gd name="T12" fmla="*/ 143 w 865"/>
                <a:gd name="T13" fmla="*/ 0 h 897"/>
                <a:gd name="T14" fmla="*/ 56 w 865"/>
                <a:gd name="T15" fmla="*/ 191 h 897"/>
                <a:gd name="T16" fmla="*/ 121 w 865"/>
                <a:gd name="T17" fmla="*/ 160 h 897"/>
                <a:gd name="T18" fmla="*/ 248 w 865"/>
                <a:gd name="T19" fmla="*/ 124 h 897"/>
                <a:gd name="T20" fmla="*/ 375 w 865"/>
                <a:gd name="T21" fmla="*/ 113 h 897"/>
                <a:gd name="T22" fmla="*/ 444 w 865"/>
                <a:gd name="T23" fmla="*/ 112 h 897"/>
                <a:gd name="T24" fmla="*/ 549 w 865"/>
                <a:gd name="T25" fmla="*/ 112 h 897"/>
                <a:gd name="T26" fmla="*/ 0 w 865"/>
                <a:gd name="T27" fmla="*/ 897 h 897"/>
                <a:gd name="T28" fmla="*/ 776 w 865"/>
                <a:gd name="T29" fmla="*/ 897 h 897"/>
                <a:gd name="T30" fmla="*/ 865 w 865"/>
                <a:gd name="T31" fmla="*/ 692 h 897"/>
                <a:gd name="T32" fmla="*/ 800 w 865"/>
                <a:gd name="T33" fmla="*/ 727 h 897"/>
                <a:gd name="T34" fmla="*/ 654 w 865"/>
                <a:gd name="T35" fmla="*/ 771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65" h="897">
                  <a:moveTo>
                    <a:pt x="654" y="771"/>
                  </a:moveTo>
                  <a:lnTo>
                    <a:pt x="654" y="771"/>
                  </a:lnTo>
                  <a:cubicBezTo>
                    <a:pt x="614" y="778"/>
                    <a:pt x="569" y="782"/>
                    <a:pt x="513" y="783"/>
                  </a:cubicBezTo>
                  <a:cubicBezTo>
                    <a:pt x="495" y="784"/>
                    <a:pt x="471" y="784"/>
                    <a:pt x="442" y="784"/>
                  </a:cubicBezTo>
                  <a:lnTo>
                    <a:pt x="304" y="784"/>
                  </a:lnTo>
                  <a:lnTo>
                    <a:pt x="848" y="0"/>
                  </a:lnTo>
                  <a:lnTo>
                    <a:pt x="143" y="0"/>
                  </a:lnTo>
                  <a:lnTo>
                    <a:pt x="56" y="191"/>
                  </a:lnTo>
                  <a:cubicBezTo>
                    <a:pt x="85" y="176"/>
                    <a:pt x="96" y="170"/>
                    <a:pt x="121" y="160"/>
                  </a:cubicBezTo>
                  <a:cubicBezTo>
                    <a:pt x="162" y="144"/>
                    <a:pt x="206" y="132"/>
                    <a:pt x="248" y="124"/>
                  </a:cubicBezTo>
                  <a:cubicBezTo>
                    <a:pt x="285" y="118"/>
                    <a:pt x="319" y="115"/>
                    <a:pt x="375" y="113"/>
                  </a:cubicBezTo>
                  <a:cubicBezTo>
                    <a:pt x="400" y="112"/>
                    <a:pt x="423" y="112"/>
                    <a:pt x="444" y="112"/>
                  </a:cubicBezTo>
                  <a:lnTo>
                    <a:pt x="549" y="112"/>
                  </a:lnTo>
                  <a:lnTo>
                    <a:pt x="0" y="897"/>
                  </a:lnTo>
                  <a:lnTo>
                    <a:pt x="776" y="897"/>
                  </a:lnTo>
                  <a:lnTo>
                    <a:pt x="865" y="692"/>
                  </a:lnTo>
                  <a:cubicBezTo>
                    <a:pt x="834" y="710"/>
                    <a:pt x="823" y="716"/>
                    <a:pt x="800" y="727"/>
                  </a:cubicBezTo>
                  <a:cubicBezTo>
                    <a:pt x="754" y="747"/>
                    <a:pt x="705" y="762"/>
                    <a:pt x="654" y="77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0" name="Freeform 12">
              <a:extLst>
                <a:ext uri="{FF2B5EF4-FFF2-40B4-BE49-F238E27FC236}">
                  <a16:creationId xmlns:a16="http://schemas.microsoft.com/office/drawing/2014/main" id="{2049F35F-A4B0-4163-9D3A-5C38BFB360E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0" y="167"/>
              <a:ext cx="18" cy="18"/>
            </a:xfrm>
            <a:custGeom>
              <a:avLst/>
              <a:gdLst>
                <a:gd name="T0" fmla="*/ 102 w 203"/>
                <a:gd name="T1" fmla="*/ 189 h 203"/>
                <a:gd name="T2" fmla="*/ 102 w 203"/>
                <a:gd name="T3" fmla="*/ 189 h 203"/>
                <a:gd name="T4" fmla="*/ 17 w 203"/>
                <a:gd name="T5" fmla="*/ 102 h 203"/>
                <a:gd name="T6" fmla="*/ 102 w 203"/>
                <a:gd name="T7" fmla="*/ 15 h 203"/>
                <a:gd name="T8" fmla="*/ 187 w 203"/>
                <a:gd name="T9" fmla="*/ 102 h 203"/>
                <a:gd name="T10" fmla="*/ 102 w 203"/>
                <a:gd name="T11" fmla="*/ 189 h 203"/>
                <a:gd name="T12" fmla="*/ 102 w 203"/>
                <a:gd name="T13" fmla="*/ 189 h 203"/>
                <a:gd name="T14" fmla="*/ 102 w 203"/>
                <a:gd name="T15" fmla="*/ 0 h 203"/>
                <a:gd name="T16" fmla="*/ 102 w 203"/>
                <a:gd name="T17" fmla="*/ 0 h 203"/>
                <a:gd name="T18" fmla="*/ 0 w 203"/>
                <a:gd name="T19" fmla="*/ 102 h 203"/>
                <a:gd name="T20" fmla="*/ 102 w 203"/>
                <a:gd name="T21" fmla="*/ 203 h 203"/>
                <a:gd name="T22" fmla="*/ 203 w 203"/>
                <a:gd name="T23" fmla="*/ 102 h 203"/>
                <a:gd name="T24" fmla="*/ 102 w 203"/>
                <a:gd name="T25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3" h="203">
                  <a:moveTo>
                    <a:pt x="102" y="189"/>
                  </a:moveTo>
                  <a:lnTo>
                    <a:pt x="102" y="189"/>
                  </a:lnTo>
                  <a:cubicBezTo>
                    <a:pt x="54" y="189"/>
                    <a:pt x="17" y="154"/>
                    <a:pt x="17" y="102"/>
                  </a:cubicBezTo>
                  <a:cubicBezTo>
                    <a:pt x="17" y="50"/>
                    <a:pt x="54" y="15"/>
                    <a:pt x="102" y="15"/>
                  </a:cubicBezTo>
                  <a:cubicBezTo>
                    <a:pt x="150" y="15"/>
                    <a:pt x="187" y="50"/>
                    <a:pt x="187" y="102"/>
                  </a:cubicBezTo>
                  <a:cubicBezTo>
                    <a:pt x="187" y="154"/>
                    <a:pt x="150" y="189"/>
                    <a:pt x="102" y="189"/>
                  </a:cubicBezTo>
                  <a:lnTo>
                    <a:pt x="102" y="189"/>
                  </a:lnTo>
                  <a:close/>
                  <a:moveTo>
                    <a:pt x="102" y="0"/>
                  </a:moveTo>
                  <a:lnTo>
                    <a:pt x="102" y="0"/>
                  </a:lnTo>
                  <a:cubicBezTo>
                    <a:pt x="46" y="0"/>
                    <a:pt x="0" y="42"/>
                    <a:pt x="0" y="102"/>
                  </a:cubicBezTo>
                  <a:cubicBezTo>
                    <a:pt x="0" y="162"/>
                    <a:pt x="46" y="203"/>
                    <a:pt x="102" y="203"/>
                  </a:cubicBezTo>
                  <a:cubicBezTo>
                    <a:pt x="158" y="203"/>
                    <a:pt x="203" y="162"/>
                    <a:pt x="203" y="102"/>
                  </a:cubicBezTo>
                  <a:cubicBezTo>
                    <a:pt x="203" y="42"/>
                    <a:pt x="158" y="0"/>
                    <a:pt x="10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1" name="Freeform 13">
              <a:extLst>
                <a:ext uri="{FF2B5EF4-FFF2-40B4-BE49-F238E27FC236}">
                  <a16:creationId xmlns:a16="http://schemas.microsoft.com/office/drawing/2014/main" id="{CBBC93A2-9074-49D3-B8A1-1C42390EFA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6" y="171"/>
              <a:ext cx="7" cy="9"/>
            </a:xfrm>
            <a:custGeom>
              <a:avLst/>
              <a:gdLst>
                <a:gd name="T0" fmla="*/ 40 w 87"/>
                <a:gd name="T1" fmla="*/ 50 h 107"/>
                <a:gd name="T2" fmla="*/ 40 w 87"/>
                <a:gd name="T3" fmla="*/ 50 h 107"/>
                <a:gd name="T4" fmla="*/ 15 w 87"/>
                <a:gd name="T5" fmla="*/ 50 h 107"/>
                <a:gd name="T6" fmla="*/ 15 w 87"/>
                <a:gd name="T7" fmla="*/ 16 h 107"/>
                <a:gd name="T8" fmla="*/ 38 w 87"/>
                <a:gd name="T9" fmla="*/ 16 h 107"/>
                <a:gd name="T10" fmla="*/ 66 w 87"/>
                <a:gd name="T11" fmla="*/ 33 h 107"/>
                <a:gd name="T12" fmla="*/ 40 w 87"/>
                <a:gd name="T13" fmla="*/ 50 h 107"/>
                <a:gd name="T14" fmla="*/ 40 w 87"/>
                <a:gd name="T15" fmla="*/ 50 h 107"/>
                <a:gd name="T16" fmla="*/ 83 w 87"/>
                <a:gd name="T17" fmla="*/ 33 h 107"/>
                <a:gd name="T18" fmla="*/ 83 w 87"/>
                <a:gd name="T19" fmla="*/ 33 h 107"/>
                <a:gd name="T20" fmla="*/ 32 w 87"/>
                <a:gd name="T21" fmla="*/ 0 h 107"/>
                <a:gd name="T22" fmla="*/ 0 w 87"/>
                <a:gd name="T23" fmla="*/ 0 h 107"/>
                <a:gd name="T24" fmla="*/ 0 w 87"/>
                <a:gd name="T25" fmla="*/ 107 h 107"/>
                <a:gd name="T26" fmla="*/ 15 w 87"/>
                <a:gd name="T27" fmla="*/ 107 h 107"/>
                <a:gd name="T28" fmla="*/ 15 w 87"/>
                <a:gd name="T29" fmla="*/ 66 h 107"/>
                <a:gd name="T30" fmla="*/ 44 w 87"/>
                <a:gd name="T31" fmla="*/ 66 h 107"/>
                <a:gd name="T32" fmla="*/ 46 w 87"/>
                <a:gd name="T33" fmla="*/ 65 h 107"/>
                <a:gd name="T34" fmla="*/ 69 w 87"/>
                <a:gd name="T35" fmla="*/ 107 h 107"/>
                <a:gd name="T36" fmla="*/ 87 w 87"/>
                <a:gd name="T37" fmla="*/ 107 h 107"/>
                <a:gd name="T38" fmla="*/ 62 w 87"/>
                <a:gd name="T39" fmla="*/ 62 h 107"/>
                <a:gd name="T40" fmla="*/ 83 w 87"/>
                <a:gd name="T41" fmla="*/ 3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7" h="107">
                  <a:moveTo>
                    <a:pt x="40" y="50"/>
                  </a:moveTo>
                  <a:lnTo>
                    <a:pt x="40" y="50"/>
                  </a:lnTo>
                  <a:lnTo>
                    <a:pt x="15" y="50"/>
                  </a:lnTo>
                  <a:lnTo>
                    <a:pt x="15" y="16"/>
                  </a:lnTo>
                  <a:lnTo>
                    <a:pt x="38" y="16"/>
                  </a:lnTo>
                  <a:cubicBezTo>
                    <a:pt x="54" y="16"/>
                    <a:pt x="66" y="19"/>
                    <a:pt x="66" y="33"/>
                  </a:cubicBezTo>
                  <a:cubicBezTo>
                    <a:pt x="66" y="45"/>
                    <a:pt x="58" y="50"/>
                    <a:pt x="40" y="50"/>
                  </a:cubicBezTo>
                  <a:lnTo>
                    <a:pt x="40" y="50"/>
                  </a:lnTo>
                  <a:close/>
                  <a:moveTo>
                    <a:pt x="83" y="33"/>
                  </a:moveTo>
                  <a:lnTo>
                    <a:pt x="83" y="33"/>
                  </a:lnTo>
                  <a:cubicBezTo>
                    <a:pt x="83" y="5"/>
                    <a:pt x="64" y="0"/>
                    <a:pt x="32" y="0"/>
                  </a:cubicBezTo>
                  <a:lnTo>
                    <a:pt x="0" y="0"/>
                  </a:lnTo>
                  <a:lnTo>
                    <a:pt x="0" y="107"/>
                  </a:lnTo>
                  <a:lnTo>
                    <a:pt x="15" y="107"/>
                  </a:lnTo>
                  <a:lnTo>
                    <a:pt x="15" y="66"/>
                  </a:lnTo>
                  <a:lnTo>
                    <a:pt x="44" y="66"/>
                  </a:lnTo>
                  <a:cubicBezTo>
                    <a:pt x="45" y="66"/>
                    <a:pt x="46" y="66"/>
                    <a:pt x="46" y="65"/>
                  </a:cubicBezTo>
                  <a:lnTo>
                    <a:pt x="69" y="107"/>
                  </a:lnTo>
                  <a:lnTo>
                    <a:pt x="87" y="107"/>
                  </a:lnTo>
                  <a:lnTo>
                    <a:pt x="62" y="62"/>
                  </a:lnTo>
                  <a:cubicBezTo>
                    <a:pt x="76" y="56"/>
                    <a:pt x="83" y="45"/>
                    <a:pt x="83" y="3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>
                <a:latin typeface="+mn-lt"/>
                <a:cs typeface="Arial" panose="020B0604020202020204" pitchFamily="34" charset="0"/>
              </a:endParaRPr>
            </a:p>
          </p:txBody>
        </p:sp>
      </p:grp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7778DC4A-6DD8-4810-A49B-89B671171F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4" name="Footer Placeholder 3">
            <a:extLst>
              <a:ext uri="{FF2B5EF4-FFF2-40B4-BE49-F238E27FC236}">
                <a16:creationId xmlns:a16="http://schemas.microsoft.com/office/drawing/2014/main" id="{B66B4EB9-2868-4BA8-BD4D-16B8E7A16D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715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0826" y="249926"/>
            <a:ext cx="9586415" cy="3323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451" y="959539"/>
            <a:ext cx="11518145" cy="504014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4E9977-C3E2-4A29-A565-FFA15C7CA5E3}"/>
              </a:ext>
            </a:extLst>
          </p:cNvPr>
          <p:cNvSpPr txBox="1"/>
          <p:nvPr userDrawn="1"/>
        </p:nvSpPr>
        <p:spPr>
          <a:xfrm>
            <a:off x="11158230" y="6548967"/>
            <a:ext cx="699337" cy="143565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defPPr>
              <a:defRPr lang="en-US"/>
            </a:defPPr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sz="900" dirty="0">
                <a:latin typeface="+mn-lt"/>
                <a:cs typeface="Arial" panose="020B0604020202020204" pitchFamily="34" charset="0"/>
              </a:rPr>
              <a:t>© Zurich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1DD3C19F-8057-4A4E-9322-AA44FA531B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MSIPCMContentMarking" descr="{&quot;HashCode&quot;:-1528050180,&quot;Placement&quot;:&quot;Footer&quot;,&quot;Top&quot;:519.343,&quot;Left&quot;:0.0,&quot;SlideWidth&quot;:960,&quot;SlideHeight&quot;:540}">
            <a:extLst>
              <a:ext uri="{FF2B5EF4-FFF2-40B4-BE49-F238E27FC236}">
                <a16:creationId xmlns:a16="http://schemas.microsoft.com/office/drawing/2014/main" id="{EF492E95-BB94-4F68-9076-6E4F2B7E5006}"/>
              </a:ext>
            </a:extLst>
          </p:cNvPr>
          <p:cNvSpPr txBox="1"/>
          <p:nvPr userDrawn="1"/>
        </p:nvSpPr>
        <p:spPr>
          <a:xfrm>
            <a:off x="0" y="6595656"/>
            <a:ext cx="1348831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</a:rPr>
              <a:t>INTERNAL USE ONLY</a:t>
            </a:r>
            <a:endParaRPr lang="en-US" sz="10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8823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8" r:id="rId2"/>
    <p:sldLayoutId id="2147483662" r:id="rId3"/>
    <p:sldLayoutId id="2147483669" r:id="rId4"/>
    <p:sldLayoutId id="2147483663" r:id="rId5"/>
    <p:sldLayoutId id="2147483664" r:id="rId6"/>
    <p:sldLayoutId id="2147483672" r:id="rId7"/>
    <p:sldLayoutId id="2147483673" r:id="rId8"/>
    <p:sldLayoutId id="2147483671" r:id="rId9"/>
    <p:sldLayoutId id="2147483674" r:id="rId10"/>
    <p:sldLayoutId id="2147483665" r:id="rId11"/>
    <p:sldLayoutId id="2147483675" r:id="rId12"/>
    <p:sldLayoutId id="2147483670" r:id="rId13"/>
    <p:sldLayoutId id="2147483666" r:id="rId14"/>
    <p:sldLayoutId id="2147483667" r:id="rId15"/>
  </p:sldLayoutIdLst>
  <p:hf hd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accent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68288" indent="-268288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Arial" panose="020B0604020202020204" pitchFamily="34" charset="0"/>
        </a:defRPr>
      </a:lvl1pPr>
      <a:lvl2pPr marL="447675" indent="-207963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Char char="−"/>
        <a:defRPr sz="1600" kern="1200">
          <a:solidFill>
            <a:schemeClr val="accent1"/>
          </a:solidFill>
          <a:latin typeface="+mn-lt"/>
          <a:ea typeface="+mn-ea"/>
          <a:cs typeface="Arial" panose="020B0604020202020204" pitchFamily="34" charset="0"/>
        </a:defRPr>
      </a:lvl2pPr>
      <a:lvl3pPr marL="719138" indent="-180975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Char char="−"/>
        <a:defRPr sz="1400" kern="1200">
          <a:solidFill>
            <a:schemeClr val="accent1"/>
          </a:solidFill>
          <a:latin typeface="+mn-lt"/>
          <a:ea typeface="+mn-ea"/>
          <a:cs typeface="Arial" panose="020B0604020202020204" pitchFamily="34" charset="0"/>
        </a:defRPr>
      </a:lvl3pPr>
      <a:lvl4pPr marL="896938" indent="-17780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Char char="−"/>
        <a:defRPr sz="1200" kern="1200">
          <a:solidFill>
            <a:schemeClr val="accent1"/>
          </a:solidFill>
          <a:latin typeface="+mn-lt"/>
          <a:ea typeface="+mn-ea"/>
          <a:cs typeface="Arial" panose="020B0604020202020204" pitchFamily="34" charset="0"/>
        </a:defRPr>
      </a:lvl4pPr>
      <a:lvl5pPr marL="1165225" indent="-179388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Arial" panose="020B0604020202020204" pitchFamily="34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52">
          <p15:clr>
            <a:srgbClr val="F26B43"/>
          </p15:clr>
        </p15:guide>
        <p15:guide id="2" pos="158">
          <p15:clr>
            <a:srgbClr val="F26B43"/>
          </p15:clr>
        </p15:guide>
        <p15:guide id="3" pos="5602">
          <p15:clr>
            <a:srgbClr val="F26B43"/>
          </p15:clr>
        </p15:guide>
        <p15:guide id="4" pos="4898">
          <p15:clr>
            <a:srgbClr val="F26B43"/>
          </p15:clr>
        </p15:guide>
        <p15:guide id="5" orient="horz" pos="599">
          <p15:clr>
            <a:srgbClr val="F26B43"/>
          </p15:clr>
        </p15:guide>
        <p15:guide id="6" orient="horz" pos="3094">
          <p15:clr>
            <a:srgbClr val="F26B43"/>
          </p15:clr>
        </p15:guide>
        <p15:guide id="7" pos="4693">
          <p15:clr>
            <a:srgbClr val="F26B43"/>
          </p15:clr>
        </p15:guide>
        <p15:guide id="8" orient="horz" pos="298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9CD0B5-AAD0-28C8-4173-FC7EF66CE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B45153-E586-F4CC-7536-F3ABFEEA5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000A4-07D7-A6FD-410E-33A9B367A8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A10918-F24D-4458-BF1D-B4A9C05B79D7}" type="datetimeFigureOut">
              <a:rPr lang="en-US" smtClean="0"/>
              <a:t>6/29/2024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D8BDE-0D82-F54B-DB01-442BA40FDE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7ED80E-C886-5CBA-F006-F1B6CD335B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B54B1B-FE38-46C6-8D0A-A8333310868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AA0869-FBF5-42C5-E5D0-1F748E11015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0" y="6705600"/>
            <a:ext cx="10858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558018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hyperlink" Target="https://www.wallpaperflare.com/earth-from-space-4k-wallpaper-bgobq" TargetMode="External"/><Relationship Id="rId5" Type="http://schemas.openxmlformats.org/officeDocument/2006/relationships/image" Target="../media/image3.jpg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BAACECB1-117D-4723-BBDC-622321A1A5B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22" imgH="623" progId="TCLayout.ActiveDocument.1">
                  <p:embed/>
                </p:oleObj>
              </mc:Choice>
              <mc:Fallback>
                <p:oleObj name="think-cell Slide" r:id="rId3" imgW="622" imgH="62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BAACECB1-117D-4723-BBDC-622321A1A5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6A521889-86C5-4C1D-8326-CE658961C6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426" y="870012"/>
            <a:ext cx="10316757" cy="1613242"/>
          </a:xfrm>
        </p:spPr>
        <p:txBody>
          <a:bodyPr vert="horz">
            <a:normAutofit/>
          </a:bodyPr>
          <a:lstStyle/>
          <a:p>
            <a:r>
              <a:rPr lang="en-US" sz="3200" dirty="0"/>
              <a:t>ZNA Underwriting Systems</a:t>
            </a:r>
            <a:br>
              <a:rPr lang="en-US" sz="4400" dirty="0"/>
            </a:br>
            <a:br>
              <a:rPr lang="en-US" sz="4400" dirty="0"/>
            </a:br>
            <a:endParaRPr lang="en-US" sz="1800" dirty="0">
              <a:latin typeface="+mj-lt"/>
            </a:endParaRP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FD4C02BE-3D52-4192-8D4E-13F318EFCA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pic>
        <p:nvPicPr>
          <p:cNvPr id="8" name="Picture Placeholder 20" descr="A picture containing outdoor object, night sky&#10;&#10;Description automatically generated">
            <a:extLst>
              <a:ext uri="{FF2B5EF4-FFF2-40B4-BE49-F238E27FC236}">
                <a16:creationId xmlns:a16="http://schemas.microsoft.com/office/drawing/2014/main" id="{827A8EE7-A544-48B5-BFD5-F33BAF0AF9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rcRect l="18740" r="18740"/>
          <a:stretch>
            <a:fillRect/>
          </a:stretch>
        </p:blipFill>
        <p:spPr>
          <a:xfrm>
            <a:off x="7145996" y="1818000"/>
            <a:ext cx="5046004" cy="5040000"/>
          </a:xfrm>
          <a:prstGeom prst="ellipse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DA39CB0-D8E8-EA18-0DDE-3347BC1DADBE}"/>
              </a:ext>
            </a:extLst>
          </p:cNvPr>
          <p:cNvSpPr/>
          <p:nvPr/>
        </p:nvSpPr>
        <p:spPr>
          <a:xfrm>
            <a:off x="265426" y="5289934"/>
            <a:ext cx="1791974" cy="3725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r>
              <a:rPr lang="en-US" dirty="0"/>
              <a:t>10-Jan-2024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FD1927-51B8-4263-A4D1-C0D31EB34DF7}"/>
              </a:ext>
            </a:extLst>
          </p:cNvPr>
          <p:cNvSpPr txBox="1"/>
          <p:nvPr/>
        </p:nvSpPr>
        <p:spPr>
          <a:xfrm>
            <a:off x="113191" y="2060596"/>
            <a:ext cx="61033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Monthly Release – June 2024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2261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73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49035807-B975-D338-760E-2C44BC8F48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1606597"/>
              </p:ext>
            </p:extLst>
          </p:nvPr>
        </p:nvGraphicFramePr>
        <p:xfrm>
          <a:off x="399393" y="788276"/>
          <a:ext cx="5791200" cy="28903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Subtitle 4">
            <a:extLst>
              <a:ext uri="{FF2B5EF4-FFF2-40B4-BE49-F238E27FC236}">
                <a16:creationId xmlns:a16="http://schemas.microsoft.com/office/drawing/2014/main" id="{46AB01A5-0C74-FAFE-2E5B-56E8EAA8DA68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250826" y="380493"/>
            <a:ext cx="8252043" cy="407783"/>
          </a:xfrm>
        </p:spPr>
        <p:txBody>
          <a:bodyPr>
            <a:noAutofit/>
          </a:bodyPr>
          <a:lstStyle/>
          <a:p>
            <a:r>
              <a:rPr lang="en-US" sz="2400" b="1" kern="0" dirty="0">
                <a:solidFill>
                  <a:srgbClr val="000066"/>
                </a:solidFill>
                <a:cs typeface="+mj-cs"/>
              </a:rPr>
              <a:t>Monthly Release (June 2024) and Key Business impact changes</a:t>
            </a:r>
            <a:endParaRPr lang="en-IN" sz="2400" dirty="0"/>
          </a:p>
        </p:txBody>
      </p:sp>
      <p:graphicFrame>
        <p:nvGraphicFramePr>
          <p:cNvPr id="11" name="Table 8">
            <a:extLst>
              <a:ext uri="{FF2B5EF4-FFF2-40B4-BE49-F238E27FC236}">
                <a16:creationId xmlns:a16="http://schemas.microsoft.com/office/drawing/2014/main" id="{EE69A8DD-5725-A576-744C-7967B3650D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7125427"/>
              </p:ext>
            </p:extLst>
          </p:nvPr>
        </p:nvGraphicFramePr>
        <p:xfrm>
          <a:off x="599089" y="3833491"/>
          <a:ext cx="5591504" cy="2903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1504">
                  <a:extLst>
                    <a:ext uri="{9D8B030D-6E8A-4147-A177-3AD203B41FA5}">
                      <a16:colId xmlns:a16="http://schemas.microsoft.com/office/drawing/2014/main" val="4131529594"/>
                    </a:ext>
                  </a:extLst>
                </a:gridCol>
              </a:tblGrid>
              <a:tr h="199380"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>
                          <a:solidFill>
                            <a:schemeClr val="bg1"/>
                          </a:solidFill>
                          <a:latin typeface="Zurich Sans Medium" panose="02000600000000000000" pitchFamily="2" charset="0"/>
                          <a:ea typeface="+mn-ea"/>
                          <a:cs typeface="+mn-cs"/>
                        </a:rPr>
                        <a:t>RAD </a:t>
                      </a:r>
                      <a:endParaRPr lang="en-US" sz="1400" b="1" kern="1200" dirty="0">
                        <a:solidFill>
                          <a:schemeClr val="bg1"/>
                        </a:solidFill>
                        <a:latin typeface="Zurich Sans Medium" panose="02000600000000000000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8096815"/>
                  </a:ext>
                </a:extLst>
              </a:tr>
              <a:tr h="1748168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endParaRPr lang="en-US" sz="1050" b="0" kern="0" dirty="0">
                        <a:solidFill>
                          <a:srgbClr val="000066"/>
                        </a:solidFill>
                        <a:latin typeface="Zurich Sans" panose="02000500000000000000" pitchFamily="2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600" b="1" kern="0" dirty="0">
                          <a:solidFill>
                            <a:srgbClr val="000066"/>
                          </a:solidFill>
                          <a:latin typeface="Zurich Sans" panose="02000500000000000000" pitchFamily="2" charset="0"/>
                          <a:ea typeface="+mn-ea"/>
                          <a:cs typeface="+mn-cs"/>
                        </a:rPr>
                        <a:t>Ongoing Tasks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sz="1600" b="0" kern="0" dirty="0">
                          <a:solidFill>
                            <a:srgbClr val="000066"/>
                          </a:solidFill>
                          <a:latin typeface="Zurich Sans" panose="02000500000000000000" pitchFamily="2" charset="0"/>
                          <a:ea typeface="+mn-ea"/>
                          <a:cs typeface="+mn-cs"/>
                        </a:rPr>
                        <a:t>TFS - GitHub migration(In progress)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sz="1600" b="0" kern="0" dirty="0">
                          <a:solidFill>
                            <a:srgbClr val="000066"/>
                          </a:solidFill>
                          <a:latin typeface="Zurich Sans" panose="02000500000000000000" pitchFamily="2" charset="0"/>
                          <a:ea typeface="+mn-ea"/>
                          <a:cs typeface="+mn-cs"/>
                        </a:rPr>
                        <a:t>Workbench/RAD Cloud Migration(In progress)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sz="1600" b="0" kern="0" dirty="0">
                          <a:solidFill>
                            <a:srgbClr val="000066"/>
                          </a:solidFill>
                          <a:latin typeface="Zurich Sans" panose="02000500000000000000" pitchFamily="2" charset="0"/>
                          <a:ea typeface="+mn-ea"/>
                          <a:cs typeface="+mn-cs"/>
                        </a:rPr>
                        <a:t>Improvements in RAD (In progress)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sz="1600" b="0" kern="0" dirty="0">
                          <a:solidFill>
                            <a:srgbClr val="000066"/>
                          </a:solidFill>
                          <a:latin typeface="Zurich Sans" panose="02000500000000000000" pitchFamily="2" charset="0"/>
                          <a:ea typeface="+mn-ea"/>
                          <a:cs typeface="+mn-cs"/>
                        </a:rPr>
                        <a:t>August Release Change(</a:t>
                      </a:r>
                      <a:r>
                        <a:rPr lang="en-US" sz="1600" b="0" kern="0">
                          <a:solidFill>
                            <a:srgbClr val="000066"/>
                          </a:solidFill>
                          <a:latin typeface="Zurich Sans" panose="02000500000000000000" pitchFamily="2" charset="0"/>
                          <a:ea typeface="+mn-ea"/>
                          <a:cs typeface="+mn-cs"/>
                        </a:rPr>
                        <a:t>in progress)</a:t>
                      </a:r>
                      <a:endParaRPr lang="en-US" sz="1600" b="0" kern="0" dirty="0">
                        <a:solidFill>
                          <a:srgbClr val="000066"/>
                        </a:solidFill>
                        <a:latin typeface="Zurich Sans" panose="02000500000000000000" pitchFamily="2" charset="0"/>
                        <a:ea typeface="+mn-ea"/>
                        <a:cs typeface="+mn-cs"/>
                      </a:endParaRP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endParaRPr lang="en-US" sz="1400" b="0" kern="0" dirty="0">
                        <a:solidFill>
                          <a:srgbClr val="000066"/>
                        </a:solidFill>
                        <a:latin typeface="Zurich Sans" panose="02000500000000000000" pitchFamily="2" charset="0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endParaRPr lang="en-US" sz="1200" b="0" kern="0" dirty="0">
                        <a:solidFill>
                          <a:srgbClr val="000066"/>
                        </a:solidFill>
                        <a:latin typeface="Zurich Sans" panose="02000500000000000000" pitchFamily="2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200" b="0" kern="0" dirty="0">
                        <a:solidFill>
                          <a:srgbClr val="000066"/>
                        </a:solidFill>
                        <a:latin typeface="Zurich Sans" panose="02000500000000000000" pitchFamily="2" charset="0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endParaRPr lang="en-US" sz="1200" b="0" kern="0" dirty="0">
                        <a:solidFill>
                          <a:srgbClr val="000066"/>
                        </a:solidFill>
                        <a:latin typeface="Zurich Sans" panose="02000500000000000000" pitchFamily="2" charset="0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endParaRPr lang="en-US" sz="1200" b="0" kern="0" dirty="0">
                        <a:solidFill>
                          <a:srgbClr val="000066"/>
                        </a:solidFill>
                        <a:latin typeface="Zurich Sans" panose="02000500000000000000" pitchFamily="2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200" b="0" kern="0" dirty="0">
                        <a:solidFill>
                          <a:srgbClr val="000066"/>
                        </a:solidFill>
                        <a:latin typeface="Zurich Sans" panose="02000500000000000000" pitchFamily="2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7267314"/>
                  </a:ext>
                </a:extLst>
              </a:tr>
            </a:tbl>
          </a:graphicData>
        </a:graphic>
      </p:graphicFrame>
      <p:graphicFrame>
        <p:nvGraphicFramePr>
          <p:cNvPr id="13" name="Table 8">
            <a:extLst>
              <a:ext uri="{FF2B5EF4-FFF2-40B4-BE49-F238E27FC236}">
                <a16:creationId xmlns:a16="http://schemas.microsoft.com/office/drawing/2014/main" id="{DAF57066-C203-CE6E-281D-0928423F8B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0790827"/>
              </p:ext>
            </p:extLst>
          </p:nvPr>
        </p:nvGraphicFramePr>
        <p:xfrm>
          <a:off x="6831724" y="1156137"/>
          <a:ext cx="4939861" cy="54415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9861">
                  <a:extLst>
                    <a:ext uri="{9D8B030D-6E8A-4147-A177-3AD203B41FA5}">
                      <a16:colId xmlns:a16="http://schemas.microsoft.com/office/drawing/2014/main" val="4131529594"/>
                    </a:ext>
                  </a:extLst>
                </a:gridCol>
              </a:tblGrid>
              <a:tr h="672160"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Zurich Sans Medium" panose="02000600000000000000" pitchFamily="2" charset="0"/>
                          <a:ea typeface="+mn-ea"/>
                          <a:cs typeface="+mn-cs"/>
                        </a:rPr>
                        <a:t>RAD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8096815"/>
                  </a:ext>
                </a:extLst>
              </a:tr>
              <a:tr h="4769433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400" b="1" kern="0" dirty="0">
                          <a:solidFill>
                            <a:srgbClr val="000066"/>
                          </a:solidFill>
                          <a:latin typeface="Zurich Sans" panose="02000500000000000000" pitchFamily="2" charset="0"/>
                          <a:ea typeface="+mn-ea"/>
                          <a:cs typeface="+mn-cs"/>
                        </a:rPr>
                        <a:t>Accomplishments:</a:t>
                      </a: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400" b="0" kern="0" dirty="0">
                          <a:solidFill>
                            <a:srgbClr val="000066"/>
                          </a:solidFill>
                          <a:latin typeface="Zurich Sans" panose="02000500000000000000" pitchFamily="2" charset="0"/>
                          <a:ea typeface="+mn-ea"/>
                          <a:cs typeface="+mn-cs"/>
                        </a:rPr>
                        <a:t>No Monthly Release.</a:t>
                      </a: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400" b="1" kern="0" dirty="0">
                        <a:solidFill>
                          <a:srgbClr val="000066"/>
                        </a:solidFill>
                        <a:latin typeface="Zurich Sans" panose="02000500000000000000" pitchFamily="2" charset="0"/>
                        <a:ea typeface="+mn-ea"/>
                        <a:cs typeface="+mn-cs"/>
                      </a:endParaRP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400" b="1" kern="0" dirty="0">
                        <a:solidFill>
                          <a:srgbClr val="000066"/>
                        </a:solidFill>
                        <a:latin typeface="Zurich Sans" panose="02000500000000000000" pitchFamily="2" charset="0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endParaRPr lang="en-US" sz="1200" b="0" kern="0" dirty="0">
                        <a:solidFill>
                          <a:srgbClr val="000066"/>
                        </a:solidFill>
                        <a:latin typeface="Zurich Sans" panose="02000500000000000000" pitchFamily="2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200" b="0" kern="0" dirty="0">
                        <a:solidFill>
                          <a:srgbClr val="000066"/>
                        </a:solidFill>
                        <a:latin typeface="Zurich Sans" panose="02000500000000000000" pitchFamily="2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200" b="0" kern="0" dirty="0">
                        <a:solidFill>
                          <a:srgbClr val="000066"/>
                        </a:solidFill>
                        <a:latin typeface="Zurich Sans" panose="02000500000000000000" pitchFamily="2" charset="0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endParaRPr lang="en-US" sz="1200" b="0" kern="0" dirty="0">
                        <a:solidFill>
                          <a:srgbClr val="000066"/>
                        </a:solidFill>
                        <a:latin typeface="Zurich Sans" panose="02000500000000000000" pitchFamily="2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200" b="0" kern="0" dirty="0">
                        <a:solidFill>
                          <a:srgbClr val="000066"/>
                        </a:solidFill>
                        <a:latin typeface="Zurich Sans" panose="02000500000000000000" pitchFamily="2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72673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539044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Theme">
  <a:themeElements>
    <a:clrScheme name="Zurich 2020">
      <a:dk1>
        <a:srgbClr val="23366F"/>
      </a:dk1>
      <a:lt1>
        <a:srgbClr val="FFFFFF"/>
      </a:lt1>
      <a:dk2>
        <a:srgbClr val="23366F"/>
      </a:dk2>
      <a:lt2>
        <a:srgbClr val="1FB1E6"/>
      </a:lt2>
      <a:accent1>
        <a:srgbClr val="2167AE"/>
      </a:accent1>
      <a:accent2>
        <a:srgbClr val="91BFE3"/>
      </a:accent2>
      <a:accent3>
        <a:srgbClr val="5495CF"/>
      </a:accent3>
      <a:accent4>
        <a:srgbClr val="DAD2BD"/>
      </a:accent4>
      <a:accent5>
        <a:srgbClr val="EEF0F1"/>
      </a:accent5>
      <a:accent6>
        <a:srgbClr val="DDE4E3"/>
      </a:accent6>
      <a:hlink>
        <a:srgbClr val="1FB1E6"/>
      </a:hlink>
      <a:folHlink>
        <a:srgbClr val="1FB1E6"/>
      </a:folHlink>
    </a:clrScheme>
    <a:fontScheme name="Zurich Sans 2020">
      <a:majorFont>
        <a:latin typeface="Zurich Sans Medium"/>
        <a:ea typeface=""/>
        <a:cs typeface=""/>
      </a:majorFont>
      <a:minorFont>
        <a:latin typeface="Zurich Sans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lIns="108000" tIns="108000" rIns="108000" bIns="108000" rtlCol="0" anchor="ctr"/>
      <a:lstStyle>
        <a:defPPr algn="ctr">
          <a:defRPr sz="10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108000" tIns="108000" rIns="108000" bIns="108000" rtlCol="0">
        <a:spAutoFit/>
      </a:bodyPr>
      <a:lstStyle>
        <a:defPPr algn="l">
          <a:defRPr sz="1400" dirty="0">
            <a:solidFill>
              <a:schemeClr val="accent1"/>
            </a:solidFill>
          </a:defRPr>
        </a:defPPr>
      </a:lstStyle>
    </a:txDef>
  </a:objectDefaults>
  <a:extraClrSchemeLst/>
  <a:custClrLst>
    <a:custClr name="Azure">
      <a:srgbClr val="4870C6"/>
    </a:custClr>
    <a:custClr name="Moss">
      <a:srgbClr val="77A98A"/>
    </a:custClr>
    <a:custClr name="Teal">
      <a:srgbClr val="19BAB6"/>
    </a:custClr>
    <a:custClr name="Mint">
      <a:srgbClr val="A6E9AB"/>
    </a:custClr>
    <a:custClr name="Lime">
      <a:srgbClr val="E1EE92"/>
    </a:custClr>
    <a:custClr name="Lemon">
      <a:srgbClr val="FFF773"/>
    </a:custClr>
    <a:custClr name="Peach">
      <a:srgbClr val="FF7569"/>
    </a:custClr>
    <a:custClr name="Candy">
      <a:srgbClr val="E18EBA"/>
    </a:custClr>
    <a:custClr name="Powder Pink">
      <a:srgbClr val="FFC5EA"/>
    </a:custClr>
    <a:custClr name="Lilac">
      <a:srgbClr val="6D6BCF"/>
    </a:custClr>
  </a:custClrLst>
  <a:extLst>
    <a:ext uri="{05A4C25C-085E-4340-85A3-A5531E510DB2}">
      <thm15:themeFamily xmlns:thm15="http://schemas.microsoft.com/office/thememl/2012/main" name="Global-template-ZurichSans.potx" id="{586032CB-FE37-4F44-BF5D-3CD47A3D4690}" vid="{37B8513E-E46E-4632-8150-F459848A66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7B448D77AD284CA3586A42CDDCB813" ma:contentTypeVersion="20" ma:contentTypeDescription="Create a new document." ma:contentTypeScope="" ma:versionID="4dc7d107b01e2b7c32bc0ce403a85c39">
  <xsd:schema xmlns:xsd="http://www.w3.org/2001/XMLSchema" xmlns:xs="http://www.w3.org/2001/XMLSchema" xmlns:p="http://schemas.microsoft.com/office/2006/metadata/properties" xmlns:ns1="http://schemas.microsoft.com/sharepoint/v3" xmlns:ns2="http://schemas.microsoft.com/sharepoint/v4" xmlns:ns3="443ae737-cc95-4323-97f0-d3fdc651da85" xmlns:ns4="f569e08f-1aea-4908-b66a-e58921d3044c" targetNamespace="http://schemas.microsoft.com/office/2006/metadata/properties" ma:root="true" ma:fieldsID="45035271e0df432d2e159eb8c6db9ed6" ns1:_="" ns2:_="" ns3:_="" ns4:_="">
    <xsd:import namespace="http://schemas.microsoft.com/sharepoint/v3"/>
    <xsd:import namespace="http://schemas.microsoft.com/sharepoint/v4"/>
    <xsd:import namespace="443ae737-cc95-4323-97f0-d3fdc651da85"/>
    <xsd:import namespace="f569e08f-1aea-4908-b66a-e58921d3044c"/>
    <xsd:element name="properties">
      <xsd:complexType>
        <xsd:sequence>
          <xsd:element name="documentManagement">
            <xsd:complexType>
              <xsd:all>
                <xsd:element ref="ns2:IconOverlay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4:TaxCatchAll" minOccurs="0"/>
                <xsd:element ref="ns3:MediaServiceGenerationTime" minOccurs="0"/>
                <xsd:element ref="ns3:MediaServiceEventHashCode" minOccurs="0"/>
                <xsd:element ref="ns1:_ip_UnifiedCompliancePolicyProperties" minOccurs="0"/>
                <xsd:element ref="ns1:_ip_UnifiedCompliancePolicyUIAction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8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3ae737-cc95-4323-97f0-d3fdc651da8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2578d6fb-034f-4618-ad9b-ef87b088639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69e08f-1aea-4908-b66a-e58921d3044c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0f7ee34e-db06-4196-b639-0279bc34c64c}" ma:internalName="TaxCatchAll" ma:showField="CatchAllData" ma:web="f569e08f-1aea-4908-b66a-e58921d304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lcf76f155ced4ddcb4097134ff3c332f xmlns="443ae737-cc95-4323-97f0-d3fdc651da85">
      <Terms xmlns="http://schemas.microsoft.com/office/infopath/2007/PartnerControls"/>
    </lcf76f155ced4ddcb4097134ff3c332f>
    <IconOverlay xmlns="http://schemas.microsoft.com/sharepoint/v4" xsi:nil="true"/>
    <TaxCatchAll xmlns="f569e08f-1aea-4908-b66a-e58921d3044c" xsi:nil="true"/>
  </documentManagement>
</p:properties>
</file>

<file path=customXml/itemProps1.xml><?xml version="1.0" encoding="utf-8"?>
<ds:datastoreItem xmlns:ds="http://schemas.openxmlformats.org/officeDocument/2006/customXml" ds:itemID="{2EB8EC9A-C238-4452-8155-2EEA1F069E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sharepoint/v4"/>
    <ds:schemaRef ds:uri="443ae737-cc95-4323-97f0-d3fdc651da85"/>
    <ds:schemaRef ds:uri="f569e08f-1aea-4908-b66a-e58921d3044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463286F-5CF3-494C-83FB-C1E53B49198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AC8CB7-5873-47DD-9E0C-5CCDFD5CCB05}">
  <ds:schemaRefs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f569e08f-1aea-4908-b66a-e58921d3044c"/>
    <ds:schemaRef ds:uri="443ae737-cc95-4323-97f0-d3fdc651da85"/>
    <ds:schemaRef ds:uri="http://www.w3.org/XML/1998/namespace"/>
    <ds:schemaRef ds:uri="http://schemas.microsoft.com/sharepoint/v4"/>
    <ds:schemaRef ds:uri="http://schemas.microsoft.com/office/2006/documentManagement/types"/>
    <ds:schemaRef ds:uri="http://schemas.microsoft.com/sharepoint/v3"/>
    <ds:schemaRef ds:uri="http://purl.org/dc/terms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</TotalTime>
  <Words>63</Words>
  <Application>Microsoft Office PowerPoint</Application>
  <PresentationFormat>Widescreen</PresentationFormat>
  <Paragraphs>23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2" baseType="lpstr">
      <vt:lpstr>Zurich Sans Medium</vt:lpstr>
      <vt:lpstr>Calibri</vt:lpstr>
      <vt:lpstr>Zurich Sans</vt:lpstr>
      <vt:lpstr>Zurich Sans Light</vt:lpstr>
      <vt:lpstr>Wingdings</vt:lpstr>
      <vt:lpstr>Calibri Light</vt:lpstr>
      <vt:lpstr>Arial</vt:lpstr>
      <vt:lpstr>1_Office Theme</vt:lpstr>
      <vt:lpstr>Office Theme</vt:lpstr>
      <vt:lpstr>think-cell Slide</vt:lpstr>
      <vt:lpstr>ZNA Underwriting Systems  </vt:lpstr>
      <vt:lpstr>PowerPoint Presentation</vt:lpstr>
    </vt:vector>
  </TitlesOfParts>
  <Company>Zurich Insurance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Pravin Prabhu Jeyamanohar Devadasan</dc:creator>
  <cp:lastModifiedBy>Nalam, Swathi Laxmi</cp:lastModifiedBy>
  <cp:revision>137</cp:revision>
  <dcterms:created xsi:type="dcterms:W3CDTF">2022-06-02T02:22:59Z</dcterms:created>
  <dcterms:modified xsi:type="dcterms:W3CDTF">2024-06-29T04:48:58Z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0x010100C67B448D77AD284CA3586A42CDDCB813</vt:lpwstr>
  </property>
  <property fmtid="{D5CDD505-2E9C-101B-9397-08002B2CF9AE}" pid="3" name="MSIP_Label_9108d454-5c13-4905-93be-12ec8059c842_Enabled">
    <vt:lpwstr>true</vt:lpwstr>
  </property>
  <property fmtid="{D5CDD505-2E9C-101B-9397-08002B2CF9AE}" pid="4" name="MSIP_Label_9108d454-5c13-4905-93be-12ec8059c842_SetDate">
    <vt:lpwstr>2023-03-29T14:10:27Z</vt:lpwstr>
  </property>
  <property fmtid="{D5CDD505-2E9C-101B-9397-08002B2CF9AE}" pid="5" name="MSIP_Label_9108d454-5c13-4905-93be-12ec8059c842_Method">
    <vt:lpwstr>Privileged</vt:lpwstr>
  </property>
  <property fmtid="{D5CDD505-2E9C-101B-9397-08002B2CF9AE}" pid="6" name="MSIP_Label_9108d454-5c13-4905-93be-12ec8059c842_Name">
    <vt:lpwstr>9108d454-5c13-4905-93be-12ec8059c842</vt:lpwstr>
  </property>
  <property fmtid="{D5CDD505-2E9C-101B-9397-08002B2CF9AE}" pid="7" name="MSIP_Label_9108d454-5c13-4905-93be-12ec8059c842_SiteId">
    <vt:lpwstr>473672ba-cd07-4371-a2ae-788b4c61840e</vt:lpwstr>
  </property>
  <property fmtid="{D5CDD505-2E9C-101B-9397-08002B2CF9AE}" pid="8" name="MSIP_Label_9108d454-5c13-4905-93be-12ec8059c842_ActionId">
    <vt:lpwstr>35ea1543-268d-4b9a-9b07-1a3e4eff63aa</vt:lpwstr>
  </property>
  <property fmtid="{D5CDD505-2E9C-101B-9397-08002B2CF9AE}" pid="9" name="MSIP_Label_9108d454-5c13-4905-93be-12ec8059c842_ContentBits">
    <vt:lpwstr>2</vt:lpwstr>
  </property>
  <property fmtid="{D5CDD505-2E9C-101B-9397-08002B2CF9AE}" pid="10" name="MediaServiceImageTags">
    <vt:lpwstr/>
  </property>
</Properties>
</file>